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uce Light" charset="1" panose="00000400000000000000"/>
      <p:regular r:id="rId18"/>
    </p:embeddedFont>
    <p:embeddedFont>
      <p:font typeface="Open Sauce Bold" charset="1" panose="00000800000000000000"/>
      <p:regular r:id="rId19"/>
    </p:embeddedFont>
    <p:embeddedFont>
      <p:font typeface="Open Sans Light" charset="1" panose="00000000000000000000"/>
      <p:regular r:id="rId20"/>
    </p:embeddedFont>
    <p:embeddedFont>
      <p:font typeface="Open Sauce" charset="1" panose="00000500000000000000"/>
      <p:regular r:id="rId21"/>
    </p:embeddedFont>
    <p:embeddedFont>
      <p:font typeface="Open Sans Bol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222608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5677258" y="6283547"/>
            <a:ext cx="1091355" cy="109135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871760" y="6517812"/>
            <a:ext cx="702351" cy="622826"/>
          </a:xfrm>
          <a:custGeom>
            <a:avLst/>
            <a:gdLst/>
            <a:ahLst/>
            <a:cxnLst/>
            <a:rect r="r" b="b" t="t" l="l"/>
            <a:pathLst>
              <a:path h="622826" w="702351">
                <a:moveTo>
                  <a:pt x="0" y="0"/>
                </a:moveTo>
                <a:lnTo>
                  <a:pt x="702351" y="0"/>
                </a:lnTo>
                <a:lnTo>
                  <a:pt x="702351" y="622825"/>
                </a:lnTo>
                <a:lnTo>
                  <a:pt x="0" y="6228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58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95762" y="3125869"/>
            <a:ext cx="6443387" cy="3703356"/>
          </a:xfrm>
          <a:custGeom>
            <a:avLst/>
            <a:gdLst/>
            <a:ahLst/>
            <a:cxnLst/>
            <a:rect r="r" b="b" t="t" l="l"/>
            <a:pathLst>
              <a:path h="3703356" w="6443387">
                <a:moveTo>
                  <a:pt x="0" y="0"/>
                </a:moveTo>
                <a:lnTo>
                  <a:pt x="6443387" y="0"/>
                </a:lnTo>
                <a:lnTo>
                  <a:pt x="6443387" y="3703355"/>
                </a:lnTo>
                <a:lnTo>
                  <a:pt x="0" y="37033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568" t="0" r="-1056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19387" y="4237196"/>
            <a:ext cx="8427192" cy="2031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0"/>
              </a:lnSpc>
            </a:pPr>
            <a:r>
              <a:rPr lang="en-US" sz="14838" spc="-75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TIVIDY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9387" y="3161415"/>
            <a:ext cx="7810025" cy="64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771" spc="-19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Women in Workflow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9387" y="987810"/>
            <a:ext cx="486706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5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WORKFLOW MANAGEMENT SYSTEMS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15498" y="8274995"/>
            <a:ext cx="7953115" cy="529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</a:pPr>
            <a:r>
              <a:rPr lang="en-US" sz="21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https://github.com/u21450481-art/214FinalProjectTIVIDY.git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19387" y="2475047"/>
            <a:ext cx="5810298" cy="341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What is a Workflow System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983678" y="2813013"/>
            <a:ext cx="2853418" cy="589415"/>
            <a:chOff x="0" y="0"/>
            <a:chExt cx="797450" cy="164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7450" cy="164725"/>
            </a:xfrm>
            <a:custGeom>
              <a:avLst/>
              <a:gdLst/>
              <a:ahLst/>
              <a:cxnLst/>
              <a:rect r="r" b="b" t="t" l="l"/>
              <a:pathLst>
                <a:path h="164725" w="797450">
                  <a:moveTo>
                    <a:pt x="46125" y="0"/>
                  </a:moveTo>
                  <a:lnTo>
                    <a:pt x="751325" y="0"/>
                  </a:lnTo>
                  <a:cubicBezTo>
                    <a:pt x="763558" y="0"/>
                    <a:pt x="775290" y="4860"/>
                    <a:pt x="783940" y="13510"/>
                  </a:cubicBezTo>
                  <a:cubicBezTo>
                    <a:pt x="792590" y="22160"/>
                    <a:pt x="797450" y="33892"/>
                    <a:pt x="797450" y="46125"/>
                  </a:cubicBezTo>
                  <a:lnTo>
                    <a:pt x="797450" y="118600"/>
                  </a:lnTo>
                  <a:cubicBezTo>
                    <a:pt x="797450" y="130833"/>
                    <a:pt x="792590" y="142565"/>
                    <a:pt x="783940" y="151215"/>
                  </a:cubicBezTo>
                  <a:cubicBezTo>
                    <a:pt x="775290" y="159865"/>
                    <a:pt x="763558" y="164725"/>
                    <a:pt x="751325" y="164725"/>
                  </a:cubicBezTo>
                  <a:lnTo>
                    <a:pt x="46125" y="164725"/>
                  </a:lnTo>
                  <a:cubicBezTo>
                    <a:pt x="33892" y="164725"/>
                    <a:pt x="22160" y="159865"/>
                    <a:pt x="13510" y="151215"/>
                  </a:cubicBezTo>
                  <a:cubicBezTo>
                    <a:pt x="4860" y="142565"/>
                    <a:pt x="0" y="130833"/>
                    <a:pt x="0" y="118600"/>
                  </a:cubicBezTo>
                  <a:lnTo>
                    <a:pt x="0" y="46125"/>
                  </a:lnTo>
                  <a:cubicBezTo>
                    <a:pt x="0" y="33892"/>
                    <a:pt x="4860" y="22160"/>
                    <a:pt x="13510" y="13510"/>
                  </a:cubicBezTo>
                  <a:cubicBezTo>
                    <a:pt x="22160" y="4860"/>
                    <a:pt x="33892" y="0"/>
                    <a:pt x="461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97450" cy="22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970850" y="2772441"/>
            <a:ext cx="2866247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 Request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261159" y="4134927"/>
            <a:ext cx="1445039" cy="575890"/>
            <a:chOff x="0" y="0"/>
            <a:chExt cx="403848" cy="1609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3848" cy="160945"/>
            </a:xfrm>
            <a:custGeom>
              <a:avLst/>
              <a:gdLst/>
              <a:ahLst/>
              <a:cxnLst/>
              <a:rect r="r" b="b" t="t" l="l"/>
              <a:pathLst>
                <a:path h="160945" w="403848">
                  <a:moveTo>
                    <a:pt x="80473" y="0"/>
                  </a:moveTo>
                  <a:lnTo>
                    <a:pt x="323375" y="0"/>
                  </a:lnTo>
                  <a:cubicBezTo>
                    <a:pt x="367819" y="0"/>
                    <a:pt x="403848" y="36029"/>
                    <a:pt x="403848" y="80473"/>
                  </a:cubicBezTo>
                  <a:lnTo>
                    <a:pt x="403848" y="80473"/>
                  </a:lnTo>
                  <a:cubicBezTo>
                    <a:pt x="403848" y="124916"/>
                    <a:pt x="367819" y="160945"/>
                    <a:pt x="323375" y="160945"/>
                  </a:cubicBezTo>
                  <a:lnTo>
                    <a:pt x="80473" y="160945"/>
                  </a:lnTo>
                  <a:cubicBezTo>
                    <a:pt x="36029" y="160945"/>
                    <a:pt x="0" y="124916"/>
                    <a:pt x="0" y="80473"/>
                  </a:cubicBezTo>
                  <a:lnTo>
                    <a:pt x="0" y="80473"/>
                  </a:lnTo>
                  <a:cubicBezTo>
                    <a:pt x="0" y="36029"/>
                    <a:pt x="36029" y="0"/>
                    <a:pt x="804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3848" cy="218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02736" y="5726683"/>
            <a:ext cx="1666743" cy="575890"/>
            <a:chOff x="0" y="0"/>
            <a:chExt cx="465808" cy="1609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5808" cy="160945"/>
            </a:xfrm>
            <a:custGeom>
              <a:avLst/>
              <a:gdLst/>
              <a:ahLst/>
              <a:cxnLst/>
              <a:rect r="r" b="b" t="t" l="l"/>
              <a:pathLst>
                <a:path h="160945" w="465808">
                  <a:moveTo>
                    <a:pt x="78964" y="0"/>
                  </a:moveTo>
                  <a:lnTo>
                    <a:pt x="386844" y="0"/>
                  </a:lnTo>
                  <a:cubicBezTo>
                    <a:pt x="430454" y="0"/>
                    <a:pt x="465808" y="35353"/>
                    <a:pt x="465808" y="78964"/>
                  </a:cubicBezTo>
                  <a:lnTo>
                    <a:pt x="465808" y="81981"/>
                  </a:lnTo>
                  <a:cubicBezTo>
                    <a:pt x="465808" y="125592"/>
                    <a:pt x="430454" y="160945"/>
                    <a:pt x="386844" y="160945"/>
                  </a:cubicBezTo>
                  <a:lnTo>
                    <a:pt x="78964" y="160945"/>
                  </a:lnTo>
                  <a:cubicBezTo>
                    <a:pt x="35353" y="160945"/>
                    <a:pt x="0" y="125592"/>
                    <a:pt x="0" y="81981"/>
                  </a:cubicBezTo>
                  <a:lnTo>
                    <a:pt x="0" y="78964"/>
                  </a:lnTo>
                  <a:cubicBezTo>
                    <a:pt x="0" y="35353"/>
                    <a:pt x="35353" y="0"/>
                    <a:pt x="789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65808" cy="218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66308" y="4134927"/>
            <a:ext cx="1341578" cy="575890"/>
            <a:chOff x="0" y="0"/>
            <a:chExt cx="374933" cy="1609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4933" cy="160945"/>
            </a:xfrm>
            <a:custGeom>
              <a:avLst/>
              <a:gdLst/>
              <a:ahLst/>
              <a:cxnLst/>
              <a:rect r="r" b="b" t="t" l="l"/>
              <a:pathLst>
                <a:path h="160945" w="374933">
                  <a:moveTo>
                    <a:pt x="80473" y="0"/>
                  </a:moveTo>
                  <a:lnTo>
                    <a:pt x="294460" y="0"/>
                  </a:lnTo>
                  <a:cubicBezTo>
                    <a:pt x="338904" y="0"/>
                    <a:pt x="374933" y="36029"/>
                    <a:pt x="374933" y="80473"/>
                  </a:cubicBezTo>
                  <a:lnTo>
                    <a:pt x="374933" y="80473"/>
                  </a:lnTo>
                  <a:cubicBezTo>
                    <a:pt x="374933" y="124916"/>
                    <a:pt x="338904" y="160945"/>
                    <a:pt x="294460" y="160945"/>
                  </a:cubicBezTo>
                  <a:lnTo>
                    <a:pt x="80473" y="160945"/>
                  </a:lnTo>
                  <a:cubicBezTo>
                    <a:pt x="36029" y="160945"/>
                    <a:pt x="0" y="124916"/>
                    <a:pt x="0" y="80473"/>
                  </a:cubicBezTo>
                  <a:lnTo>
                    <a:pt x="0" y="80473"/>
                  </a:lnTo>
                  <a:cubicBezTo>
                    <a:pt x="0" y="36029"/>
                    <a:pt x="36029" y="0"/>
                    <a:pt x="804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74933" cy="218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571597" y="2616502"/>
            <a:ext cx="2642238" cy="797594"/>
            <a:chOff x="0" y="0"/>
            <a:chExt cx="738431" cy="2229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8431" cy="222905"/>
            </a:xfrm>
            <a:custGeom>
              <a:avLst/>
              <a:gdLst/>
              <a:ahLst/>
              <a:cxnLst/>
              <a:rect r="r" b="b" t="t" l="l"/>
              <a:pathLst>
                <a:path h="222905" w="738431">
                  <a:moveTo>
                    <a:pt x="49811" y="0"/>
                  </a:moveTo>
                  <a:lnTo>
                    <a:pt x="688620" y="0"/>
                  </a:lnTo>
                  <a:cubicBezTo>
                    <a:pt x="716130" y="0"/>
                    <a:pt x="738431" y="22301"/>
                    <a:pt x="738431" y="49811"/>
                  </a:cubicBezTo>
                  <a:lnTo>
                    <a:pt x="738431" y="173094"/>
                  </a:lnTo>
                  <a:cubicBezTo>
                    <a:pt x="738431" y="186305"/>
                    <a:pt x="733183" y="198974"/>
                    <a:pt x="723842" y="208316"/>
                  </a:cubicBezTo>
                  <a:cubicBezTo>
                    <a:pt x="714500" y="217657"/>
                    <a:pt x="701831" y="222905"/>
                    <a:pt x="688620" y="222905"/>
                  </a:cubicBezTo>
                  <a:lnTo>
                    <a:pt x="49811" y="222905"/>
                  </a:lnTo>
                  <a:cubicBezTo>
                    <a:pt x="36600" y="222905"/>
                    <a:pt x="23931" y="217657"/>
                    <a:pt x="14589" y="208316"/>
                  </a:cubicBezTo>
                  <a:cubicBezTo>
                    <a:pt x="5248" y="198974"/>
                    <a:pt x="0" y="186305"/>
                    <a:pt x="0" y="173094"/>
                  </a:cubicBezTo>
                  <a:lnTo>
                    <a:pt x="0" y="49811"/>
                  </a:lnTo>
                  <a:cubicBezTo>
                    <a:pt x="0" y="22301"/>
                    <a:pt x="22301" y="0"/>
                    <a:pt x="498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38431" cy="280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571597" y="3931654"/>
            <a:ext cx="2642238" cy="642196"/>
            <a:chOff x="0" y="0"/>
            <a:chExt cx="738431" cy="1794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8431" cy="179476"/>
            </a:xfrm>
            <a:custGeom>
              <a:avLst/>
              <a:gdLst/>
              <a:ahLst/>
              <a:cxnLst/>
              <a:rect r="r" b="b" t="t" l="l"/>
              <a:pathLst>
                <a:path h="179476" w="738431">
                  <a:moveTo>
                    <a:pt x="49811" y="0"/>
                  </a:moveTo>
                  <a:lnTo>
                    <a:pt x="688620" y="0"/>
                  </a:lnTo>
                  <a:cubicBezTo>
                    <a:pt x="716130" y="0"/>
                    <a:pt x="738431" y="22301"/>
                    <a:pt x="738431" y="49811"/>
                  </a:cubicBezTo>
                  <a:lnTo>
                    <a:pt x="738431" y="129665"/>
                  </a:lnTo>
                  <a:cubicBezTo>
                    <a:pt x="738431" y="157174"/>
                    <a:pt x="716130" y="179476"/>
                    <a:pt x="688620" y="179476"/>
                  </a:cubicBezTo>
                  <a:lnTo>
                    <a:pt x="49811" y="179476"/>
                  </a:lnTo>
                  <a:cubicBezTo>
                    <a:pt x="22301" y="179476"/>
                    <a:pt x="0" y="157174"/>
                    <a:pt x="0" y="129665"/>
                  </a:cubicBezTo>
                  <a:lnTo>
                    <a:pt x="0" y="49811"/>
                  </a:lnTo>
                  <a:cubicBezTo>
                    <a:pt x="0" y="22301"/>
                    <a:pt x="22301" y="0"/>
                    <a:pt x="498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738431" cy="236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732451" y="4999518"/>
            <a:ext cx="1178995" cy="723693"/>
            <a:chOff x="0" y="0"/>
            <a:chExt cx="329496" cy="2022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9496" cy="202252"/>
            </a:xfrm>
            <a:custGeom>
              <a:avLst/>
              <a:gdLst/>
              <a:ahLst/>
              <a:cxnLst/>
              <a:rect r="r" b="b" t="t" l="l"/>
              <a:pathLst>
                <a:path h="202252" w="329496">
                  <a:moveTo>
                    <a:pt x="101126" y="0"/>
                  </a:moveTo>
                  <a:lnTo>
                    <a:pt x="228370" y="0"/>
                  </a:lnTo>
                  <a:cubicBezTo>
                    <a:pt x="284220" y="0"/>
                    <a:pt x="329496" y="45276"/>
                    <a:pt x="329496" y="101126"/>
                  </a:cubicBezTo>
                  <a:lnTo>
                    <a:pt x="329496" y="101126"/>
                  </a:lnTo>
                  <a:cubicBezTo>
                    <a:pt x="329496" y="127946"/>
                    <a:pt x="318841" y="153668"/>
                    <a:pt x="299877" y="172633"/>
                  </a:cubicBezTo>
                  <a:cubicBezTo>
                    <a:pt x="280912" y="191597"/>
                    <a:pt x="255190" y="202252"/>
                    <a:pt x="228370" y="202252"/>
                  </a:cubicBezTo>
                  <a:lnTo>
                    <a:pt x="101126" y="202252"/>
                  </a:lnTo>
                  <a:cubicBezTo>
                    <a:pt x="74306" y="202252"/>
                    <a:pt x="48584" y="191597"/>
                    <a:pt x="29619" y="172633"/>
                  </a:cubicBezTo>
                  <a:cubicBezTo>
                    <a:pt x="10654" y="153668"/>
                    <a:pt x="0" y="127946"/>
                    <a:pt x="0" y="101126"/>
                  </a:cubicBezTo>
                  <a:lnTo>
                    <a:pt x="0" y="101126"/>
                  </a:lnTo>
                  <a:cubicBezTo>
                    <a:pt x="0" y="74306"/>
                    <a:pt x="10654" y="48584"/>
                    <a:pt x="29619" y="29619"/>
                  </a:cubicBezTo>
                  <a:cubicBezTo>
                    <a:pt x="48584" y="10654"/>
                    <a:pt x="74306" y="0"/>
                    <a:pt x="1011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329496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185512" y="4999518"/>
            <a:ext cx="1178995" cy="723693"/>
            <a:chOff x="0" y="0"/>
            <a:chExt cx="329496" cy="2022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9496" cy="202252"/>
            </a:xfrm>
            <a:custGeom>
              <a:avLst/>
              <a:gdLst/>
              <a:ahLst/>
              <a:cxnLst/>
              <a:rect r="r" b="b" t="t" l="l"/>
              <a:pathLst>
                <a:path h="202252" w="329496">
                  <a:moveTo>
                    <a:pt x="101126" y="0"/>
                  </a:moveTo>
                  <a:lnTo>
                    <a:pt x="228370" y="0"/>
                  </a:lnTo>
                  <a:cubicBezTo>
                    <a:pt x="284220" y="0"/>
                    <a:pt x="329496" y="45276"/>
                    <a:pt x="329496" y="101126"/>
                  </a:cubicBezTo>
                  <a:lnTo>
                    <a:pt x="329496" y="101126"/>
                  </a:lnTo>
                  <a:cubicBezTo>
                    <a:pt x="329496" y="127946"/>
                    <a:pt x="318841" y="153668"/>
                    <a:pt x="299877" y="172633"/>
                  </a:cubicBezTo>
                  <a:cubicBezTo>
                    <a:pt x="280912" y="191597"/>
                    <a:pt x="255190" y="202252"/>
                    <a:pt x="228370" y="202252"/>
                  </a:cubicBezTo>
                  <a:lnTo>
                    <a:pt x="101126" y="202252"/>
                  </a:lnTo>
                  <a:cubicBezTo>
                    <a:pt x="74306" y="202252"/>
                    <a:pt x="48584" y="191597"/>
                    <a:pt x="29619" y="172633"/>
                  </a:cubicBezTo>
                  <a:cubicBezTo>
                    <a:pt x="10654" y="153668"/>
                    <a:pt x="0" y="127946"/>
                    <a:pt x="0" y="101126"/>
                  </a:cubicBezTo>
                  <a:lnTo>
                    <a:pt x="0" y="101126"/>
                  </a:lnTo>
                  <a:cubicBezTo>
                    <a:pt x="0" y="74306"/>
                    <a:pt x="10654" y="48584"/>
                    <a:pt x="29619" y="29619"/>
                  </a:cubicBezTo>
                  <a:cubicBezTo>
                    <a:pt x="48584" y="10654"/>
                    <a:pt x="74306" y="0"/>
                    <a:pt x="1011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29496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640731" y="4999518"/>
            <a:ext cx="1178995" cy="723693"/>
            <a:chOff x="0" y="0"/>
            <a:chExt cx="329496" cy="2022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9496" cy="202252"/>
            </a:xfrm>
            <a:custGeom>
              <a:avLst/>
              <a:gdLst/>
              <a:ahLst/>
              <a:cxnLst/>
              <a:rect r="r" b="b" t="t" l="l"/>
              <a:pathLst>
                <a:path h="202252" w="329496">
                  <a:moveTo>
                    <a:pt x="101126" y="0"/>
                  </a:moveTo>
                  <a:lnTo>
                    <a:pt x="228370" y="0"/>
                  </a:lnTo>
                  <a:cubicBezTo>
                    <a:pt x="284220" y="0"/>
                    <a:pt x="329496" y="45276"/>
                    <a:pt x="329496" y="101126"/>
                  </a:cubicBezTo>
                  <a:lnTo>
                    <a:pt x="329496" y="101126"/>
                  </a:lnTo>
                  <a:cubicBezTo>
                    <a:pt x="329496" y="127946"/>
                    <a:pt x="318841" y="153668"/>
                    <a:pt x="299877" y="172633"/>
                  </a:cubicBezTo>
                  <a:cubicBezTo>
                    <a:pt x="280912" y="191597"/>
                    <a:pt x="255190" y="202252"/>
                    <a:pt x="228370" y="202252"/>
                  </a:cubicBezTo>
                  <a:lnTo>
                    <a:pt x="101126" y="202252"/>
                  </a:lnTo>
                  <a:cubicBezTo>
                    <a:pt x="74306" y="202252"/>
                    <a:pt x="48584" y="191597"/>
                    <a:pt x="29619" y="172633"/>
                  </a:cubicBezTo>
                  <a:cubicBezTo>
                    <a:pt x="10654" y="153668"/>
                    <a:pt x="0" y="127946"/>
                    <a:pt x="0" y="101126"/>
                  </a:cubicBezTo>
                  <a:lnTo>
                    <a:pt x="0" y="101126"/>
                  </a:lnTo>
                  <a:cubicBezTo>
                    <a:pt x="0" y="74306"/>
                    <a:pt x="10654" y="48584"/>
                    <a:pt x="29619" y="29619"/>
                  </a:cubicBezTo>
                  <a:cubicBezTo>
                    <a:pt x="48584" y="10654"/>
                    <a:pt x="74306" y="0"/>
                    <a:pt x="1011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329496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732451" y="6374537"/>
            <a:ext cx="4087276" cy="723693"/>
            <a:chOff x="0" y="0"/>
            <a:chExt cx="1142278" cy="2022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42278" cy="202252"/>
            </a:xfrm>
            <a:custGeom>
              <a:avLst/>
              <a:gdLst/>
              <a:ahLst/>
              <a:cxnLst/>
              <a:rect r="r" b="b" t="t" l="l"/>
              <a:pathLst>
                <a:path h="202252" w="1142278">
                  <a:moveTo>
                    <a:pt x="32201" y="0"/>
                  </a:moveTo>
                  <a:lnTo>
                    <a:pt x="1110077" y="0"/>
                  </a:lnTo>
                  <a:cubicBezTo>
                    <a:pt x="1127861" y="0"/>
                    <a:pt x="1142278" y="14417"/>
                    <a:pt x="1142278" y="32201"/>
                  </a:cubicBezTo>
                  <a:lnTo>
                    <a:pt x="1142278" y="170051"/>
                  </a:lnTo>
                  <a:cubicBezTo>
                    <a:pt x="1142278" y="187835"/>
                    <a:pt x="1127861" y="202252"/>
                    <a:pt x="1110077" y="202252"/>
                  </a:cubicBezTo>
                  <a:lnTo>
                    <a:pt x="32201" y="202252"/>
                  </a:lnTo>
                  <a:cubicBezTo>
                    <a:pt x="14417" y="202252"/>
                    <a:pt x="0" y="187835"/>
                    <a:pt x="0" y="170051"/>
                  </a:cubicBezTo>
                  <a:lnTo>
                    <a:pt x="0" y="32201"/>
                  </a:lnTo>
                  <a:cubicBezTo>
                    <a:pt x="0" y="14417"/>
                    <a:pt x="14417" y="0"/>
                    <a:pt x="322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142278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215386" y="4087593"/>
            <a:ext cx="1536585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Role 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068804" y="4087593"/>
            <a:ext cx="1536585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Role B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667815" y="5679349"/>
            <a:ext cx="1536585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Role C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450157" y="1894805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Without a workflow system</a:t>
            </a:r>
          </a:p>
        </p:txBody>
      </p:sp>
      <p:sp>
        <p:nvSpPr>
          <p:cNvPr name="AutoShape 40" id="40"/>
          <p:cNvSpPr/>
          <p:nvPr/>
        </p:nvSpPr>
        <p:spPr>
          <a:xfrm flipH="true">
            <a:off x="8282195" y="3617369"/>
            <a:ext cx="641082" cy="381799"/>
          </a:xfrm>
          <a:prstGeom prst="line">
            <a:avLst/>
          </a:prstGeom>
          <a:ln cap="flat" w="19050">
            <a:solidFill>
              <a:srgbClr val="FEFEF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1" id="41"/>
          <p:cNvSpPr/>
          <p:nvPr/>
        </p:nvSpPr>
        <p:spPr>
          <a:xfrm>
            <a:off x="7983678" y="4972891"/>
            <a:ext cx="1116054" cy="591746"/>
          </a:xfrm>
          <a:prstGeom prst="line">
            <a:avLst/>
          </a:prstGeom>
          <a:ln cap="flat" w="38100">
            <a:solidFill>
              <a:srgbClr val="FEFEFE"/>
            </a:solidFill>
            <a:prstDash val="sysDot"/>
            <a:headEnd type="triangle" len="med" w="lg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>
            <a:off x="8751971" y="4422872"/>
            <a:ext cx="1316833" cy="0"/>
          </a:xfrm>
          <a:prstGeom prst="line">
            <a:avLst/>
          </a:prstGeom>
          <a:ln cap="flat" w="38100">
            <a:solidFill>
              <a:srgbClr val="FEFEFE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 flipH="true">
            <a:off x="9764843" y="4972891"/>
            <a:ext cx="1072254" cy="591746"/>
          </a:xfrm>
          <a:prstGeom prst="line">
            <a:avLst/>
          </a:prstGeom>
          <a:ln cap="flat" w="38100">
            <a:solidFill>
              <a:srgbClr val="FEFEFE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44" id="44"/>
          <p:cNvSpPr txBox="true"/>
          <p:nvPr/>
        </p:nvSpPr>
        <p:spPr>
          <a:xfrm rot="0">
            <a:off x="8618140" y="3798034"/>
            <a:ext cx="154816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email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375109" y="5110867"/>
            <a:ext cx="154816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chat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117987" y="5110867"/>
            <a:ext cx="154816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spreadsheet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450157" y="6616899"/>
            <a:ext cx="4057728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Who is next?</a:t>
            </a: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Who approved this?</a:t>
            </a: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Where is it stuck?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732451" y="1885182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With TIVIDY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459592" y="2678116"/>
            <a:ext cx="2866247" cy="60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Definition</a:t>
            </a:r>
          </a:p>
          <a:p>
            <a:pPr algn="ctr">
              <a:lnSpc>
                <a:spcPts val="2058"/>
              </a:lnSpc>
            </a:pPr>
            <a:r>
              <a:rPr lang="en-US" sz="14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tasks, roles, rules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477138" y="3949654"/>
            <a:ext cx="2866247" cy="60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Instance</a:t>
            </a:r>
          </a:p>
          <a:p>
            <a:pPr algn="ctr">
              <a:lnSpc>
                <a:spcPts val="2058"/>
              </a:lnSpc>
            </a:pPr>
            <a:r>
              <a:rPr lang="en-US" sz="14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one live case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942380" y="5071386"/>
            <a:ext cx="2866247" cy="60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Task 2</a:t>
            </a:r>
          </a:p>
          <a:p>
            <a:pPr algn="ctr">
              <a:lnSpc>
                <a:spcPts val="2058"/>
              </a:lnSpc>
            </a:pPr>
            <a:r>
              <a:rPr lang="en-US" sz="14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Role 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375503" y="5080631"/>
            <a:ext cx="2866247" cy="60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Task 2</a:t>
            </a:r>
          </a:p>
          <a:p>
            <a:pPr algn="ctr">
              <a:lnSpc>
                <a:spcPts val="2058"/>
              </a:lnSpc>
            </a:pPr>
            <a:r>
              <a:rPr lang="en-US" sz="14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Role B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892716" y="5043102"/>
            <a:ext cx="2866247" cy="60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Task 3</a:t>
            </a:r>
          </a:p>
          <a:p>
            <a:pPr algn="ctr">
              <a:lnSpc>
                <a:spcPts val="2058"/>
              </a:lnSpc>
            </a:pPr>
            <a:r>
              <a:rPr lang="en-US" sz="14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Role C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398344" y="6388731"/>
            <a:ext cx="2866247" cy="60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History</a:t>
            </a:r>
          </a:p>
          <a:p>
            <a:pPr algn="ctr">
              <a:lnSpc>
                <a:spcPts val="2058"/>
              </a:lnSpc>
            </a:pPr>
            <a:r>
              <a:rPr lang="en-US" sz="14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every step recorded</a:t>
            </a:r>
          </a:p>
        </p:txBody>
      </p:sp>
      <p:sp>
        <p:nvSpPr>
          <p:cNvPr name="AutoShape 55" id="55"/>
          <p:cNvSpPr/>
          <p:nvPr/>
        </p:nvSpPr>
        <p:spPr>
          <a:xfrm flipH="true">
            <a:off x="14892716" y="3441021"/>
            <a:ext cx="17546" cy="490632"/>
          </a:xfrm>
          <a:prstGeom prst="line">
            <a:avLst/>
          </a:prstGeom>
          <a:ln cap="flat" w="19050">
            <a:solidFill>
              <a:srgbClr val="FEFEF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6" id="56"/>
          <p:cNvSpPr txBox="true"/>
          <p:nvPr/>
        </p:nvSpPr>
        <p:spPr>
          <a:xfrm rot="0">
            <a:off x="14590423" y="3337596"/>
            <a:ext cx="154816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creates</a:t>
            </a:r>
          </a:p>
        </p:txBody>
      </p:sp>
      <p:sp>
        <p:nvSpPr>
          <p:cNvPr name="AutoShape 57" id="57"/>
          <p:cNvSpPr/>
          <p:nvPr/>
        </p:nvSpPr>
        <p:spPr>
          <a:xfrm flipH="true">
            <a:off x="14775009" y="4609536"/>
            <a:ext cx="56458" cy="389982"/>
          </a:xfrm>
          <a:prstGeom prst="line">
            <a:avLst/>
          </a:prstGeom>
          <a:ln cap="flat" w="19050">
            <a:solidFill>
              <a:srgbClr val="FEFEF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8" id="58"/>
          <p:cNvSpPr/>
          <p:nvPr/>
        </p:nvSpPr>
        <p:spPr>
          <a:xfrm>
            <a:off x="13911446" y="5361365"/>
            <a:ext cx="274066" cy="0"/>
          </a:xfrm>
          <a:prstGeom prst="line">
            <a:avLst/>
          </a:prstGeom>
          <a:ln cap="flat" w="19050">
            <a:solidFill>
              <a:srgbClr val="FEFEF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9" id="59"/>
          <p:cNvSpPr/>
          <p:nvPr/>
        </p:nvSpPr>
        <p:spPr>
          <a:xfrm>
            <a:off x="15364506" y="5361365"/>
            <a:ext cx="276225" cy="0"/>
          </a:xfrm>
          <a:prstGeom prst="line">
            <a:avLst/>
          </a:prstGeom>
          <a:ln cap="flat" w="19050">
            <a:solidFill>
              <a:srgbClr val="FEFEF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0" id="60"/>
          <p:cNvSpPr/>
          <p:nvPr/>
        </p:nvSpPr>
        <p:spPr>
          <a:xfrm>
            <a:off x="13375503" y="5944548"/>
            <a:ext cx="0" cy="305212"/>
          </a:xfrm>
          <a:prstGeom prst="line">
            <a:avLst/>
          </a:prstGeom>
          <a:ln cap="flat" w="19050">
            <a:solidFill>
              <a:srgbClr val="FEFEF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1" id="61"/>
          <p:cNvSpPr/>
          <p:nvPr/>
        </p:nvSpPr>
        <p:spPr>
          <a:xfrm>
            <a:off x="14751790" y="5944548"/>
            <a:ext cx="0" cy="305212"/>
          </a:xfrm>
          <a:prstGeom prst="line">
            <a:avLst/>
          </a:prstGeom>
          <a:ln cap="flat" w="19050">
            <a:solidFill>
              <a:srgbClr val="FEFEF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2" id="62"/>
          <p:cNvSpPr/>
          <p:nvPr/>
        </p:nvSpPr>
        <p:spPr>
          <a:xfrm>
            <a:off x="16251275" y="5969219"/>
            <a:ext cx="0" cy="305212"/>
          </a:xfrm>
          <a:prstGeom prst="line">
            <a:avLst/>
          </a:prstGeom>
          <a:ln cap="flat" w="19050">
            <a:solidFill>
              <a:srgbClr val="FEFEF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63" id="63"/>
          <p:cNvSpPr txBox="true"/>
          <p:nvPr/>
        </p:nvSpPr>
        <p:spPr>
          <a:xfrm rot="0">
            <a:off x="13104795" y="7126805"/>
            <a:ext cx="3610934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routed to the right role, in order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269208" y="1417944"/>
            <a:ext cx="3377824" cy="723693"/>
            <a:chOff x="0" y="0"/>
            <a:chExt cx="944006" cy="2022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4007" cy="202252"/>
            </a:xfrm>
            <a:custGeom>
              <a:avLst/>
              <a:gdLst/>
              <a:ahLst/>
              <a:cxnLst/>
              <a:rect r="r" b="b" t="t" l="l"/>
              <a:pathLst>
                <a:path h="202252" w="944007">
                  <a:moveTo>
                    <a:pt x="38964" y="0"/>
                  </a:moveTo>
                  <a:lnTo>
                    <a:pt x="905043" y="0"/>
                  </a:lnTo>
                  <a:cubicBezTo>
                    <a:pt x="926562" y="0"/>
                    <a:pt x="944007" y="17445"/>
                    <a:pt x="944007" y="38964"/>
                  </a:cubicBezTo>
                  <a:lnTo>
                    <a:pt x="944007" y="163288"/>
                  </a:lnTo>
                  <a:cubicBezTo>
                    <a:pt x="944007" y="173622"/>
                    <a:pt x="939901" y="183532"/>
                    <a:pt x="932594" y="190839"/>
                  </a:cubicBezTo>
                  <a:cubicBezTo>
                    <a:pt x="925287" y="198147"/>
                    <a:pt x="915377" y="202252"/>
                    <a:pt x="905043" y="202252"/>
                  </a:cubicBezTo>
                  <a:lnTo>
                    <a:pt x="38964" y="202252"/>
                  </a:lnTo>
                  <a:cubicBezTo>
                    <a:pt x="28630" y="202252"/>
                    <a:pt x="18719" y="198147"/>
                    <a:pt x="11412" y="190839"/>
                  </a:cubicBezTo>
                  <a:cubicBezTo>
                    <a:pt x="4105" y="183532"/>
                    <a:pt x="0" y="173622"/>
                    <a:pt x="0" y="163288"/>
                  </a:cubicBezTo>
                  <a:lnTo>
                    <a:pt x="0" y="38964"/>
                  </a:lnTo>
                  <a:cubicBezTo>
                    <a:pt x="0" y="28630"/>
                    <a:pt x="4105" y="18719"/>
                    <a:pt x="11412" y="11412"/>
                  </a:cubicBezTo>
                  <a:cubicBezTo>
                    <a:pt x="18719" y="4105"/>
                    <a:pt x="28630" y="0"/>
                    <a:pt x="389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944006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81305" y="2541802"/>
            <a:ext cx="4871108" cy="5203395"/>
            <a:chOff x="0" y="0"/>
            <a:chExt cx="1361337" cy="14542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1337" cy="1454202"/>
            </a:xfrm>
            <a:custGeom>
              <a:avLst/>
              <a:gdLst/>
              <a:ahLst/>
              <a:cxnLst/>
              <a:rect r="r" b="b" t="t" l="l"/>
              <a:pathLst>
                <a:path h="1454202" w="1361337">
                  <a:moveTo>
                    <a:pt x="27019" y="0"/>
                  </a:moveTo>
                  <a:lnTo>
                    <a:pt x="1334318" y="0"/>
                  </a:lnTo>
                  <a:cubicBezTo>
                    <a:pt x="1349240" y="0"/>
                    <a:pt x="1361337" y="12097"/>
                    <a:pt x="1361337" y="27019"/>
                  </a:cubicBezTo>
                  <a:lnTo>
                    <a:pt x="1361337" y="1427183"/>
                  </a:lnTo>
                  <a:cubicBezTo>
                    <a:pt x="1361337" y="1442105"/>
                    <a:pt x="1349240" y="1454202"/>
                    <a:pt x="1334318" y="1454202"/>
                  </a:cubicBezTo>
                  <a:lnTo>
                    <a:pt x="27019" y="1454202"/>
                  </a:lnTo>
                  <a:cubicBezTo>
                    <a:pt x="12097" y="1454202"/>
                    <a:pt x="0" y="1442105"/>
                    <a:pt x="0" y="1427183"/>
                  </a:cubicBezTo>
                  <a:lnTo>
                    <a:pt x="0" y="27019"/>
                  </a:lnTo>
                  <a:cubicBezTo>
                    <a:pt x="0" y="12097"/>
                    <a:pt x="12097" y="0"/>
                    <a:pt x="270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361337" cy="1511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19654" y="3241188"/>
            <a:ext cx="2423958" cy="723693"/>
            <a:chOff x="0" y="0"/>
            <a:chExt cx="677428" cy="2022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7428" cy="202252"/>
            </a:xfrm>
            <a:custGeom>
              <a:avLst/>
              <a:gdLst/>
              <a:ahLst/>
              <a:cxnLst/>
              <a:rect r="r" b="b" t="t" l="l"/>
              <a:pathLst>
                <a:path h="202252" w="677428">
                  <a:moveTo>
                    <a:pt x="54297" y="0"/>
                  </a:moveTo>
                  <a:lnTo>
                    <a:pt x="623131" y="0"/>
                  </a:lnTo>
                  <a:cubicBezTo>
                    <a:pt x="637532" y="0"/>
                    <a:pt x="651342" y="5721"/>
                    <a:pt x="661525" y="15903"/>
                  </a:cubicBezTo>
                  <a:cubicBezTo>
                    <a:pt x="671707" y="26086"/>
                    <a:pt x="677428" y="39896"/>
                    <a:pt x="677428" y="54297"/>
                  </a:cubicBezTo>
                  <a:lnTo>
                    <a:pt x="677428" y="147955"/>
                  </a:lnTo>
                  <a:cubicBezTo>
                    <a:pt x="677428" y="177942"/>
                    <a:pt x="653119" y="202252"/>
                    <a:pt x="623131" y="202252"/>
                  </a:cubicBezTo>
                  <a:lnTo>
                    <a:pt x="54297" y="202252"/>
                  </a:lnTo>
                  <a:cubicBezTo>
                    <a:pt x="24309" y="202252"/>
                    <a:pt x="0" y="177942"/>
                    <a:pt x="0" y="147955"/>
                  </a:cubicBezTo>
                  <a:lnTo>
                    <a:pt x="0" y="54297"/>
                  </a:lnTo>
                  <a:cubicBezTo>
                    <a:pt x="0" y="24309"/>
                    <a:pt x="24309" y="0"/>
                    <a:pt x="5429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77428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87996" y="5002120"/>
            <a:ext cx="4087276" cy="723693"/>
            <a:chOff x="0" y="0"/>
            <a:chExt cx="1142278" cy="2022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2278" cy="202252"/>
            </a:xfrm>
            <a:custGeom>
              <a:avLst/>
              <a:gdLst/>
              <a:ahLst/>
              <a:cxnLst/>
              <a:rect r="r" b="b" t="t" l="l"/>
              <a:pathLst>
                <a:path h="202252" w="1142278">
                  <a:moveTo>
                    <a:pt x="32201" y="0"/>
                  </a:moveTo>
                  <a:lnTo>
                    <a:pt x="1110077" y="0"/>
                  </a:lnTo>
                  <a:cubicBezTo>
                    <a:pt x="1127861" y="0"/>
                    <a:pt x="1142278" y="14417"/>
                    <a:pt x="1142278" y="32201"/>
                  </a:cubicBezTo>
                  <a:lnTo>
                    <a:pt x="1142278" y="170051"/>
                  </a:lnTo>
                  <a:cubicBezTo>
                    <a:pt x="1142278" y="187835"/>
                    <a:pt x="1127861" y="202252"/>
                    <a:pt x="1110077" y="202252"/>
                  </a:cubicBezTo>
                  <a:lnTo>
                    <a:pt x="32201" y="202252"/>
                  </a:lnTo>
                  <a:cubicBezTo>
                    <a:pt x="14417" y="202252"/>
                    <a:pt x="0" y="187835"/>
                    <a:pt x="0" y="170051"/>
                  </a:cubicBezTo>
                  <a:lnTo>
                    <a:pt x="0" y="32201"/>
                  </a:lnTo>
                  <a:cubicBezTo>
                    <a:pt x="0" y="14417"/>
                    <a:pt x="14417" y="0"/>
                    <a:pt x="322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142278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87996" y="6602983"/>
            <a:ext cx="4087276" cy="723693"/>
            <a:chOff x="0" y="0"/>
            <a:chExt cx="1142278" cy="2022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2278" cy="202252"/>
            </a:xfrm>
            <a:custGeom>
              <a:avLst/>
              <a:gdLst/>
              <a:ahLst/>
              <a:cxnLst/>
              <a:rect r="r" b="b" t="t" l="l"/>
              <a:pathLst>
                <a:path h="202252" w="1142278">
                  <a:moveTo>
                    <a:pt x="32201" y="0"/>
                  </a:moveTo>
                  <a:lnTo>
                    <a:pt x="1110077" y="0"/>
                  </a:lnTo>
                  <a:cubicBezTo>
                    <a:pt x="1127861" y="0"/>
                    <a:pt x="1142278" y="14417"/>
                    <a:pt x="1142278" y="32201"/>
                  </a:cubicBezTo>
                  <a:lnTo>
                    <a:pt x="1142278" y="170051"/>
                  </a:lnTo>
                  <a:cubicBezTo>
                    <a:pt x="1142278" y="187835"/>
                    <a:pt x="1127861" y="202252"/>
                    <a:pt x="1110077" y="202252"/>
                  </a:cubicBezTo>
                  <a:lnTo>
                    <a:pt x="32201" y="202252"/>
                  </a:lnTo>
                  <a:cubicBezTo>
                    <a:pt x="14417" y="202252"/>
                    <a:pt x="0" y="187835"/>
                    <a:pt x="0" y="170051"/>
                  </a:cubicBezTo>
                  <a:lnTo>
                    <a:pt x="0" y="32201"/>
                  </a:lnTo>
                  <a:cubicBezTo>
                    <a:pt x="0" y="14417"/>
                    <a:pt x="14417" y="0"/>
                    <a:pt x="322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142278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464136" y="2541802"/>
            <a:ext cx="4579804" cy="5203395"/>
            <a:chOff x="0" y="0"/>
            <a:chExt cx="1279926" cy="14542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9926" cy="1454202"/>
            </a:xfrm>
            <a:custGeom>
              <a:avLst/>
              <a:gdLst/>
              <a:ahLst/>
              <a:cxnLst/>
              <a:rect r="r" b="b" t="t" l="l"/>
              <a:pathLst>
                <a:path h="1454202" w="1279926">
                  <a:moveTo>
                    <a:pt x="28738" y="0"/>
                  </a:moveTo>
                  <a:lnTo>
                    <a:pt x="1251188" y="0"/>
                  </a:lnTo>
                  <a:cubicBezTo>
                    <a:pt x="1267060" y="0"/>
                    <a:pt x="1279926" y="12866"/>
                    <a:pt x="1279926" y="28738"/>
                  </a:cubicBezTo>
                  <a:lnTo>
                    <a:pt x="1279926" y="1425464"/>
                  </a:lnTo>
                  <a:cubicBezTo>
                    <a:pt x="1279926" y="1433086"/>
                    <a:pt x="1276898" y="1440396"/>
                    <a:pt x="1271509" y="1445785"/>
                  </a:cubicBezTo>
                  <a:cubicBezTo>
                    <a:pt x="1266120" y="1451174"/>
                    <a:pt x="1258810" y="1454202"/>
                    <a:pt x="1251188" y="1454202"/>
                  </a:cubicBezTo>
                  <a:lnTo>
                    <a:pt x="28738" y="1454202"/>
                  </a:lnTo>
                  <a:cubicBezTo>
                    <a:pt x="21116" y="1454202"/>
                    <a:pt x="13806" y="1451174"/>
                    <a:pt x="8417" y="1445785"/>
                  </a:cubicBezTo>
                  <a:cubicBezTo>
                    <a:pt x="3028" y="1440396"/>
                    <a:pt x="0" y="1433086"/>
                    <a:pt x="0" y="1425464"/>
                  </a:cubicBezTo>
                  <a:lnTo>
                    <a:pt x="0" y="28738"/>
                  </a:lnTo>
                  <a:cubicBezTo>
                    <a:pt x="0" y="21116"/>
                    <a:pt x="3028" y="13806"/>
                    <a:pt x="8417" y="8417"/>
                  </a:cubicBezTo>
                  <a:cubicBezTo>
                    <a:pt x="13806" y="3028"/>
                    <a:pt x="21116" y="0"/>
                    <a:pt x="287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279926" cy="1511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037709" y="3241188"/>
            <a:ext cx="3481286" cy="723693"/>
            <a:chOff x="0" y="0"/>
            <a:chExt cx="972921" cy="2022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2921" cy="202252"/>
            </a:xfrm>
            <a:custGeom>
              <a:avLst/>
              <a:gdLst/>
              <a:ahLst/>
              <a:cxnLst/>
              <a:rect r="r" b="b" t="t" l="l"/>
              <a:pathLst>
                <a:path h="202252" w="972921">
                  <a:moveTo>
                    <a:pt x="37806" y="0"/>
                  </a:moveTo>
                  <a:lnTo>
                    <a:pt x="935115" y="0"/>
                  </a:lnTo>
                  <a:cubicBezTo>
                    <a:pt x="955995" y="0"/>
                    <a:pt x="972921" y="16926"/>
                    <a:pt x="972921" y="37806"/>
                  </a:cubicBezTo>
                  <a:lnTo>
                    <a:pt x="972921" y="164446"/>
                  </a:lnTo>
                  <a:cubicBezTo>
                    <a:pt x="972921" y="185325"/>
                    <a:pt x="955995" y="202252"/>
                    <a:pt x="935115" y="202252"/>
                  </a:cubicBezTo>
                  <a:lnTo>
                    <a:pt x="37806" y="202252"/>
                  </a:lnTo>
                  <a:cubicBezTo>
                    <a:pt x="16926" y="202252"/>
                    <a:pt x="0" y="185325"/>
                    <a:pt x="0" y="164446"/>
                  </a:cubicBezTo>
                  <a:lnTo>
                    <a:pt x="0" y="37806"/>
                  </a:lnTo>
                  <a:cubicBezTo>
                    <a:pt x="0" y="16926"/>
                    <a:pt x="16926" y="0"/>
                    <a:pt x="378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72921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37709" y="5002120"/>
            <a:ext cx="3481286" cy="723693"/>
            <a:chOff x="0" y="0"/>
            <a:chExt cx="972921" cy="2022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2921" cy="202252"/>
            </a:xfrm>
            <a:custGeom>
              <a:avLst/>
              <a:gdLst/>
              <a:ahLst/>
              <a:cxnLst/>
              <a:rect r="r" b="b" t="t" l="l"/>
              <a:pathLst>
                <a:path h="202252" w="972921">
                  <a:moveTo>
                    <a:pt x="37806" y="0"/>
                  </a:moveTo>
                  <a:lnTo>
                    <a:pt x="935115" y="0"/>
                  </a:lnTo>
                  <a:cubicBezTo>
                    <a:pt x="955995" y="0"/>
                    <a:pt x="972921" y="16926"/>
                    <a:pt x="972921" y="37806"/>
                  </a:cubicBezTo>
                  <a:lnTo>
                    <a:pt x="972921" y="164446"/>
                  </a:lnTo>
                  <a:cubicBezTo>
                    <a:pt x="972921" y="185325"/>
                    <a:pt x="955995" y="202252"/>
                    <a:pt x="935115" y="202252"/>
                  </a:cubicBezTo>
                  <a:lnTo>
                    <a:pt x="37806" y="202252"/>
                  </a:lnTo>
                  <a:cubicBezTo>
                    <a:pt x="16926" y="202252"/>
                    <a:pt x="0" y="185325"/>
                    <a:pt x="0" y="164446"/>
                  </a:cubicBezTo>
                  <a:lnTo>
                    <a:pt x="0" y="37806"/>
                  </a:lnTo>
                  <a:cubicBezTo>
                    <a:pt x="0" y="16926"/>
                    <a:pt x="16926" y="0"/>
                    <a:pt x="378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72921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647032" y="6602983"/>
            <a:ext cx="2423958" cy="723693"/>
            <a:chOff x="0" y="0"/>
            <a:chExt cx="677428" cy="2022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7428" cy="202252"/>
            </a:xfrm>
            <a:custGeom>
              <a:avLst/>
              <a:gdLst/>
              <a:ahLst/>
              <a:cxnLst/>
              <a:rect r="r" b="b" t="t" l="l"/>
              <a:pathLst>
                <a:path h="202252" w="677428">
                  <a:moveTo>
                    <a:pt x="54297" y="0"/>
                  </a:moveTo>
                  <a:lnTo>
                    <a:pt x="623131" y="0"/>
                  </a:lnTo>
                  <a:cubicBezTo>
                    <a:pt x="637532" y="0"/>
                    <a:pt x="651342" y="5721"/>
                    <a:pt x="661525" y="15903"/>
                  </a:cubicBezTo>
                  <a:cubicBezTo>
                    <a:pt x="671707" y="26086"/>
                    <a:pt x="677428" y="39896"/>
                    <a:pt x="677428" y="54297"/>
                  </a:cubicBezTo>
                  <a:lnTo>
                    <a:pt x="677428" y="147955"/>
                  </a:lnTo>
                  <a:cubicBezTo>
                    <a:pt x="677428" y="177942"/>
                    <a:pt x="653119" y="202252"/>
                    <a:pt x="623131" y="202252"/>
                  </a:cubicBezTo>
                  <a:lnTo>
                    <a:pt x="54297" y="202252"/>
                  </a:lnTo>
                  <a:cubicBezTo>
                    <a:pt x="24309" y="202252"/>
                    <a:pt x="0" y="177942"/>
                    <a:pt x="0" y="147955"/>
                  </a:cubicBezTo>
                  <a:lnTo>
                    <a:pt x="0" y="54297"/>
                  </a:lnTo>
                  <a:cubicBezTo>
                    <a:pt x="0" y="24309"/>
                    <a:pt x="24309" y="0"/>
                    <a:pt x="5429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677428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1" id="31"/>
          <p:cNvSpPr/>
          <p:nvPr/>
        </p:nvSpPr>
        <p:spPr>
          <a:xfrm flipH="true">
            <a:off x="10261766" y="2141637"/>
            <a:ext cx="2508923" cy="1099551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 flipH="true">
            <a:off x="10031633" y="3964881"/>
            <a:ext cx="0" cy="103724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V="true">
            <a:off x="10031633" y="5725813"/>
            <a:ext cx="0" cy="87717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34" id="34"/>
          <p:cNvSpPr/>
          <p:nvPr/>
        </p:nvSpPr>
        <p:spPr>
          <a:xfrm>
            <a:off x="11292666" y="3964881"/>
            <a:ext cx="6096849" cy="1044212"/>
          </a:xfrm>
          <a:custGeom>
            <a:avLst/>
            <a:gdLst/>
            <a:ahLst/>
            <a:cxnLst/>
            <a:rect r="r" b="b" t="t" l="l"/>
            <a:pathLst>
              <a:path h="1044212" w="6096849">
                <a:moveTo>
                  <a:pt x="0" y="1037239"/>
                </a:moveTo>
                <a:quadBezTo>
                  <a:pt x="7490403" y="1129542"/>
                  <a:pt x="5778324" y="0"/>
                </a:quadBezTo>
              </a:path>
            </a:pathLst>
          </a:custGeom>
          <a:ln cap="flat" w="38100">
            <a:solidFill>
              <a:srgbClr val="B4B4B4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>
            <a:off x="15091186" y="3964881"/>
            <a:ext cx="14780" cy="830316"/>
          </a:xfrm>
          <a:prstGeom prst="line">
            <a:avLst/>
          </a:prstGeom>
          <a:ln cap="flat" w="38100">
            <a:solidFill>
              <a:srgbClr val="B4B4B4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 flipH="true" flipV="true">
            <a:off x="15778352" y="5725813"/>
            <a:ext cx="80659" cy="87717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diamond" len="lg" w="lg"/>
          </a:ln>
        </p:spPr>
      </p:sp>
      <p:grpSp>
        <p:nvGrpSpPr>
          <p:cNvPr name="Group 37" id="37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519387" y="2475047"/>
            <a:ext cx="5810298" cy="229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Building a workflow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57229" y="5067300"/>
            <a:ext cx="5872456" cy="64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771" spc="-19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Facade - Builder - Prototype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929256" y="1444512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WorkflowEngine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987996" y="3230379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Director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017543" y="5028687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WorkflowDefinitionBuilder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987996" y="6612508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CustomDefinitionBuilder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830147" y="3267755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WorkflowDefinition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830147" y="5028687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WorkflowInstance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830147" y="6612508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DataPayload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529115" y="4021000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directs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490131" y="4400662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builds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749488" y="4021000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instantiates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736732" y="2503955"/>
            <a:ext cx="4560256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Builder: assemble the WorkflowDefinition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452414" y="2513480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Prototype: run it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589304" y="2061996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uses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7061432" y="1578790"/>
            <a:ext cx="4555652" cy="2740227"/>
            <a:chOff x="0" y="0"/>
            <a:chExt cx="1273176" cy="7658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3176" cy="765816"/>
            </a:xfrm>
            <a:custGeom>
              <a:avLst/>
              <a:gdLst/>
              <a:ahLst/>
              <a:cxnLst/>
              <a:rect r="r" b="b" t="t" l="l"/>
              <a:pathLst>
                <a:path h="765816" w="1273176">
                  <a:moveTo>
                    <a:pt x="28890" y="0"/>
                  </a:moveTo>
                  <a:lnTo>
                    <a:pt x="1244286" y="0"/>
                  </a:lnTo>
                  <a:cubicBezTo>
                    <a:pt x="1260241" y="0"/>
                    <a:pt x="1273176" y="12934"/>
                    <a:pt x="1273176" y="28890"/>
                  </a:cubicBezTo>
                  <a:lnTo>
                    <a:pt x="1273176" y="736926"/>
                  </a:lnTo>
                  <a:cubicBezTo>
                    <a:pt x="1273176" y="752882"/>
                    <a:pt x="1260241" y="765816"/>
                    <a:pt x="1244286" y="765816"/>
                  </a:cubicBezTo>
                  <a:lnTo>
                    <a:pt x="28890" y="765816"/>
                  </a:lnTo>
                  <a:cubicBezTo>
                    <a:pt x="12934" y="765816"/>
                    <a:pt x="0" y="752882"/>
                    <a:pt x="0" y="736926"/>
                  </a:cubicBezTo>
                  <a:lnTo>
                    <a:pt x="0" y="28890"/>
                  </a:lnTo>
                  <a:cubicBezTo>
                    <a:pt x="0" y="12934"/>
                    <a:pt x="12934" y="0"/>
                    <a:pt x="28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73176" cy="822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99308" y="2121061"/>
            <a:ext cx="3377824" cy="723693"/>
            <a:chOff x="0" y="0"/>
            <a:chExt cx="944006" cy="2022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4007" cy="202252"/>
            </a:xfrm>
            <a:custGeom>
              <a:avLst/>
              <a:gdLst/>
              <a:ahLst/>
              <a:cxnLst/>
              <a:rect r="r" b="b" t="t" l="l"/>
              <a:pathLst>
                <a:path h="202252" w="944007">
                  <a:moveTo>
                    <a:pt x="38964" y="0"/>
                  </a:moveTo>
                  <a:lnTo>
                    <a:pt x="905043" y="0"/>
                  </a:lnTo>
                  <a:cubicBezTo>
                    <a:pt x="926562" y="0"/>
                    <a:pt x="944007" y="17445"/>
                    <a:pt x="944007" y="38964"/>
                  </a:cubicBezTo>
                  <a:lnTo>
                    <a:pt x="944007" y="163288"/>
                  </a:lnTo>
                  <a:cubicBezTo>
                    <a:pt x="944007" y="173622"/>
                    <a:pt x="939901" y="183532"/>
                    <a:pt x="932594" y="190839"/>
                  </a:cubicBezTo>
                  <a:cubicBezTo>
                    <a:pt x="925287" y="198147"/>
                    <a:pt x="915377" y="202252"/>
                    <a:pt x="905043" y="202252"/>
                  </a:cubicBezTo>
                  <a:lnTo>
                    <a:pt x="38964" y="202252"/>
                  </a:lnTo>
                  <a:cubicBezTo>
                    <a:pt x="28630" y="202252"/>
                    <a:pt x="18719" y="198147"/>
                    <a:pt x="11412" y="190839"/>
                  </a:cubicBezTo>
                  <a:cubicBezTo>
                    <a:pt x="4105" y="183532"/>
                    <a:pt x="0" y="173622"/>
                    <a:pt x="0" y="163288"/>
                  </a:cubicBezTo>
                  <a:lnTo>
                    <a:pt x="0" y="38964"/>
                  </a:lnTo>
                  <a:cubicBezTo>
                    <a:pt x="0" y="28630"/>
                    <a:pt x="4105" y="18719"/>
                    <a:pt x="11412" y="11412"/>
                  </a:cubicBezTo>
                  <a:cubicBezTo>
                    <a:pt x="18719" y="4105"/>
                    <a:pt x="28630" y="0"/>
                    <a:pt x="389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44006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37761" y="3481955"/>
            <a:ext cx="1751855" cy="616934"/>
            <a:chOff x="0" y="0"/>
            <a:chExt cx="489594" cy="1724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9594" cy="172415"/>
            </a:xfrm>
            <a:custGeom>
              <a:avLst/>
              <a:gdLst/>
              <a:ahLst/>
              <a:cxnLst/>
              <a:rect r="r" b="b" t="t" l="l"/>
              <a:pathLst>
                <a:path h="172415" w="489594">
                  <a:moveTo>
                    <a:pt x="75128" y="0"/>
                  </a:moveTo>
                  <a:lnTo>
                    <a:pt x="414466" y="0"/>
                  </a:lnTo>
                  <a:cubicBezTo>
                    <a:pt x="434391" y="0"/>
                    <a:pt x="453500" y="7915"/>
                    <a:pt x="467590" y="22004"/>
                  </a:cubicBezTo>
                  <a:cubicBezTo>
                    <a:pt x="481679" y="36094"/>
                    <a:pt x="489594" y="55203"/>
                    <a:pt x="489594" y="75128"/>
                  </a:cubicBezTo>
                  <a:lnTo>
                    <a:pt x="489594" y="97288"/>
                  </a:lnTo>
                  <a:cubicBezTo>
                    <a:pt x="489594" y="117213"/>
                    <a:pt x="481679" y="136322"/>
                    <a:pt x="467590" y="150411"/>
                  </a:cubicBezTo>
                  <a:cubicBezTo>
                    <a:pt x="453500" y="164500"/>
                    <a:pt x="434391" y="172415"/>
                    <a:pt x="414466" y="172415"/>
                  </a:cubicBezTo>
                  <a:lnTo>
                    <a:pt x="75128" y="172415"/>
                  </a:lnTo>
                  <a:cubicBezTo>
                    <a:pt x="55203" y="172415"/>
                    <a:pt x="36094" y="164500"/>
                    <a:pt x="22004" y="150411"/>
                  </a:cubicBezTo>
                  <a:cubicBezTo>
                    <a:pt x="7915" y="136322"/>
                    <a:pt x="0" y="117213"/>
                    <a:pt x="0" y="97288"/>
                  </a:cubicBezTo>
                  <a:lnTo>
                    <a:pt x="0" y="75128"/>
                  </a:lnTo>
                  <a:cubicBezTo>
                    <a:pt x="0" y="55203"/>
                    <a:pt x="7915" y="36094"/>
                    <a:pt x="22004" y="22004"/>
                  </a:cubicBezTo>
                  <a:cubicBezTo>
                    <a:pt x="36094" y="7915"/>
                    <a:pt x="55203" y="0"/>
                    <a:pt x="751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89594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571632" y="5004817"/>
            <a:ext cx="3455262" cy="2837029"/>
            <a:chOff x="0" y="0"/>
            <a:chExt cx="965648" cy="7928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5648" cy="792870"/>
            </a:xfrm>
            <a:custGeom>
              <a:avLst/>
              <a:gdLst/>
              <a:ahLst/>
              <a:cxnLst/>
              <a:rect r="r" b="b" t="t" l="l"/>
              <a:pathLst>
                <a:path h="792870" w="965648">
                  <a:moveTo>
                    <a:pt x="38090" y="0"/>
                  </a:moveTo>
                  <a:lnTo>
                    <a:pt x="927558" y="0"/>
                  </a:lnTo>
                  <a:cubicBezTo>
                    <a:pt x="937660" y="0"/>
                    <a:pt x="947349" y="4013"/>
                    <a:pt x="954492" y="11156"/>
                  </a:cubicBezTo>
                  <a:cubicBezTo>
                    <a:pt x="961635" y="18300"/>
                    <a:pt x="965648" y="27988"/>
                    <a:pt x="965648" y="38090"/>
                  </a:cubicBezTo>
                  <a:lnTo>
                    <a:pt x="965648" y="754779"/>
                  </a:lnTo>
                  <a:cubicBezTo>
                    <a:pt x="965648" y="764881"/>
                    <a:pt x="961635" y="774570"/>
                    <a:pt x="954492" y="781713"/>
                  </a:cubicBezTo>
                  <a:cubicBezTo>
                    <a:pt x="947349" y="788856"/>
                    <a:pt x="937660" y="792870"/>
                    <a:pt x="927558" y="792870"/>
                  </a:cubicBezTo>
                  <a:lnTo>
                    <a:pt x="38090" y="792870"/>
                  </a:lnTo>
                  <a:cubicBezTo>
                    <a:pt x="27988" y="792870"/>
                    <a:pt x="18300" y="788856"/>
                    <a:pt x="11156" y="781713"/>
                  </a:cubicBezTo>
                  <a:cubicBezTo>
                    <a:pt x="4013" y="774570"/>
                    <a:pt x="0" y="764881"/>
                    <a:pt x="0" y="754779"/>
                  </a:cubicBezTo>
                  <a:lnTo>
                    <a:pt x="0" y="38090"/>
                  </a:lnTo>
                  <a:cubicBezTo>
                    <a:pt x="0" y="27988"/>
                    <a:pt x="4013" y="18300"/>
                    <a:pt x="11156" y="11156"/>
                  </a:cubicBezTo>
                  <a:cubicBezTo>
                    <a:pt x="18300" y="4013"/>
                    <a:pt x="27988" y="0"/>
                    <a:pt x="380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65648" cy="850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22468" y="5253384"/>
            <a:ext cx="2757054" cy="664572"/>
            <a:chOff x="0" y="0"/>
            <a:chExt cx="770519" cy="1857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47737" y="0"/>
                  </a:moveTo>
                  <a:lnTo>
                    <a:pt x="722782" y="0"/>
                  </a:lnTo>
                  <a:cubicBezTo>
                    <a:pt x="735443" y="0"/>
                    <a:pt x="747585" y="5029"/>
                    <a:pt x="756537" y="13982"/>
                  </a:cubicBezTo>
                  <a:cubicBezTo>
                    <a:pt x="765489" y="22934"/>
                    <a:pt x="770519" y="35076"/>
                    <a:pt x="770519" y="47737"/>
                  </a:cubicBezTo>
                  <a:lnTo>
                    <a:pt x="770519" y="137992"/>
                  </a:lnTo>
                  <a:cubicBezTo>
                    <a:pt x="770519" y="164357"/>
                    <a:pt x="749146" y="185729"/>
                    <a:pt x="722782" y="185729"/>
                  </a:cubicBezTo>
                  <a:lnTo>
                    <a:pt x="47737" y="185729"/>
                  </a:lnTo>
                  <a:cubicBezTo>
                    <a:pt x="21372" y="185729"/>
                    <a:pt x="0" y="164357"/>
                    <a:pt x="0" y="137992"/>
                  </a:cubicBezTo>
                  <a:lnTo>
                    <a:pt x="0" y="47737"/>
                  </a:lnTo>
                  <a:cubicBezTo>
                    <a:pt x="0" y="21372"/>
                    <a:pt x="21372" y="0"/>
                    <a:pt x="477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093334" y="1578790"/>
            <a:ext cx="5324224" cy="2722647"/>
            <a:chOff x="0" y="0"/>
            <a:chExt cx="1487970" cy="7609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87970" cy="760903"/>
            </a:xfrm>
            <a:custGeom>
              <a:avLst/>
              <a:gdLst/>
              <a:ahLst/>
              <a:cxnLst/>
              <a:rect r="r" b="b" t="t" l="l"/>
              <a:pathLst>
                <a:path h="760903" w="1487970">
                  <a:moveTo>
                    <a:pt x="24720" y="0"/>
                  </a:moveTo>
                  <a:lnTo>
                    <a:pt x="1463251" y="0"/>
                  </a:lnTo>
                  <a:cubicBezTo>
                    <a:pt x="1476903" y="0"/>
                    <a:pt x="1487970" y="11067"/>
                    <a:pt x="1487970" y="24720"/>
                  </a:cubicBezTo>
                  <a:lnTo>
                    <a:pt x="1487970" y="736183"/>
                  </a:lnTo>
                  <a:cubicBezTo>
                    <a:pt x="1487970" y="742739"/>
                    <a:pt x="1485366" y="749027"/>
                    <a:pt x="1480730" y="753663"/>
                  </a:cubicBezTo>
                  <a:cubicBezTo>
                    <a:pt x="1476094" y="758299"/>
                    <a:pt x="1469807" y="760903"/>
                    <a:pt x="1463251" y="760903"/>
                  </a:cubicBezTo>
                  <a:lnTo>
                    <a:pt x="24720" y="760903"/>
                  </a:lnTo>
                  <a:cubicBezTo>
                    <a:pt x="18164" y="760903"/>
                    <a:pt x="11876" y="758299"/>
                    <a:pt x="7240" y="753663"/>
                  </a:cubicBezTo>
                  <a:cubicBezTo>
                    <a:pt x="2604" y="749027"/>
                    <a:pt x="0" y="742739"/>
                    <a:pt x="0" y="736183"/>
                  </a:cubicBezTo>
                  <a:lnTo>
                    <a:pt x="0" y="24720"/>
                  </a:lnTo>
                  <a:cubicBezTo>
                    <a:pt x="0" y="18164"/>
                    <a:pt x="2604" y="11876"/>
                    <a:pt x="7240" y="7240"/>
                  </a:cubicBezTo>
                  <a:cubicBezTo>
                    <a:pt x="11876" y="2604"/>
                    <a:pt x="18164" y="0"/>
                    <a:pt x="2472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487970" cy="818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73532" y="2121061"/>
            <a:ext cx="2106724" cy="723693"/>
            <a:chOff x="0" y="0"/>
            <a:chExt cx="588770" cy="2022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8770" cy="202252"/>
            </a:xfrm>
            <a:custGeom>
              <a:avLst/>
              <a:gdLst/>
              <a:ahLst/>
              <a:cxnLst/>
              <a:rect r="r" b="b" t="t" l="l"/>
              <a:pathLst>
                <a:path h="202252" w="588770">
                  <a:moveTo>
                    <a:pt x="62473" y="0"/>
                  </a:moveTo>
                  <a:lnTo>
                    <a:pt x="526297" y="0"/>
                  </a:lnTo>
                  <a:cubicBezTo>
                    <a:pt x="560800" y="0"/>
                    <a:pt x="588770" y="27970"/>
                    <a:pt x="588770" y="62473"/>
                  </a:cubicBezTo>
                  <a:lnTo>
                    <a:pt x="588770" y="139779"/>
                  </a:lnTo>
                  <a:cubicBezTo>
                    <a:pt x="588770" y="156348"/>
                    <a:pt x="582188" y="172238"/>
                    <a:pt x="570472" y="183954"/>
                  </a:cubicBezTo>
                  <a:cubicBezTo>
                    <a:pt x="558756" y="195670"/>
                    <a:pt x="542866" y="202252"/>
                    <a:pt x="526297" y="202252"/>
                  </a:cubicBezTo>
                  <a:lnTo>
                    <a:pt x="62473" y="202252"/>
                  </a:lnTo>
                  <a:cubicBezTo>
                    <a:pt x="45904" y="202252"/>
                    <a:pt x="30014" y="195670"/>
                    <a:pt x="18298" y="183954"/>
                  </a:cubicBezTo>
                  <a:cubicBezTo>
                    <a:pt x="6582" y="172238"/>
                    <a:pt x="0" y="156348"/>
                    <a:pt x="0" y="139779"/>
                  </a:cubicBezTo>
                  <a:lnTo>
                    <a:pt x="0" y="62473"/>
                  </a:lnTo>
                  <a:cubicBezTo>
                    <a:pt x="0" y="45904"/>
                    <a:pt x="6582" y="30014"/>
                    <a:pt x="18298" y="18298"/>
                  </a:cubicBezTo>
                  <a:cubicBezTo>
                    <a:pt x="30014" y="6582"/>
                    <a:pt x="45904" y="0"/>
                    <a:pt x="624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588770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315359" y="3530079"/>
            <a:ext cx="2044845" cy="606423"/>
            <a:chOff x="0" y="0"/>
            <a:chExt cx="571476" cy="1694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476" cy="169478"/>
            </a:xfrm>
            <a:custGeom>
              <a:avLst/>
              <a:gdLst/>
              <a:ahLst/>
              <a:cxnLst/>
              <a:rect r="r" b="b" t="t" l="l"/>
              <a:pathLst>
                <a:path h="169478" w="571476">
                  <a:moveTo>
                    <a:pt x="64363" y="0"/>
                  </a:moveTo>
                  <a:lnTo>
                    <a:pt x="507113" y="0"/>
                  </a:lnTo>
                  <a:cubicBezTo>
                    <a:pt x="524183" y="0"/>
                    <a:pt x="540554" y="6781"/>
                    <a:pt x="552625" y="18852"/>
                  </a:cubicBezTo>
                  <a:cubicBezTo>
                    <a:pt x="564695" y="30922"/>
                    <a:pt x="571476" y="47293"/>
                    <a:pt x="571476" y="64363"/>
                  </a:cubicBezTo>
                  <a:lnTo>
                    <a:pt x="571476" y="105115"/>
                  </a:lnTo>
                  <a:cubicBezTo>
                    <a:pt x="571476" y="122185"/>
                    <a:pt x="564695" y="138556"/>
                    <a:pt x="552625" y="150627"/>
                  </a:cubicBezTo>
                  <a:cubicBezTo>
                    <a:pt x="540554" y="162697"/>
                    <a:pt x="524183" y="169478"/>
                    <a:pt x="507113" y="169478"/>
                  </a:cubicBezTo>
                  <a:lnTo>
                    <a:pt x="64363" y="169478"/>
                  </a:lnTo>
                  <a:cubicBezTo>
                    <a:pt x="47293" y="169478"/>
                    <a:pt x="30922" y="162697"/>
                    <a:pt x="18852" y="150627"/>
                  </a:cubicBezTo>
                  <a:cubicBezTo>
                    <a:pt x="6781" y="138556"/>
                    <a:pt x="0" y="122185"/>
                    <a:pt x="0" y="105115"/>
                  </a:cubicBezTo>
                  <a:lnTo>
                    <a:pt x="0" y="64363"/>
                  </a:lnTo>
                  <a:cubicBezTo>
                    <a:pt x="0" y="47293"/>
                    <a:pt x="6781" y="30922"/>
                    <a:pt x="18852" y="18852"/>
                  </a:cubicBezTo>
                  <a:cubicBezTo>
                    <a:pt x="30922" y="6781"/>
                    <a:pt x="47293" y="0"/>
                    <a:pt x="643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71476" cy="226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798445" y="3471444"/>
            <a:ext cx="2098793" cy="723693"/>
            <a:chOff x="0" y="0"/>
            <a:chExt cx="586553" cy="2022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6553" cy="202252"/>
            </a:xfrm>
            <a:custGeom>
              <a:avLst/>
              <a:gdLst/>
              <a:ahLst/>
              <a:cxnLst/>
              <a:rect r="r" b="b" t="t" l="l"/>
              <a:pathLst>
                <a:path h="202252" w="586553">
                  <a:moveTo>
                    <a:pt x="62709" y="0"/>
                  </a:moveTo>
                  <a:lnTo>
                    <a:pt x="523845" y="0"/>
                  </a:lnTo>
                  <a:cubicBezTo>
                    <a:pt x="558478" y="0"/>
                    <a:pt x="586553" y="28076"/>
                    <a:pt x="586553" y="62709"/>
                  </a:cubicBezTo>
                  <a:lnTo>
                    <a:pt x="586553" y="139543"/>
                  </a:lnTo>
                  <a:cubicBezTo>
                    <a:pt x="586553" y="174176"/>
                    <a:pt x="558478" y="202252"/>
                    <a:pt x="523845" y="202252"/>
                  </a:cubicBezTo>
                  <a:lnTo>
                    <a:pt x="62709" y="202252"/>
                  </a:lnTo>
                  <a:cubicBezTo>
                    <a:pt x="28076" y="202252"/>
                    <a:pt x="0" y="174176"/>
                    <a:pt x="0" y="139543"/>
                  </a:cubicBezTo>
                  <a:lnTo>
                    <a:pt x="0" y="62709"/>
                  </a:lnTo>
                  <a:cubicBezTo>
                    <a:pt x="0" y="28076"/>
                    <a:pt x="28076" y="0"/>
                    <a:pt x="627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586553" cy="25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488308" y="3184706"/>
            <a:ext cx="5810298" cy="117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Structure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57229" y="4519042"/>
            <a:ext cx="5872456" cy="64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771" spc="-19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Iterator - Composite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559356" y="2147628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WorkflowComponent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00087" y="3471444"/>
            <a:ext cx="1943089" cy="616934"/>
            <a:chOff x="0" y="0"/>
            <a:chExt cx="543038" cy="17241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3038" cy="172415"/>
            </a:xfrm>
            <a:custGeom>
              <a:avLst/>
              <a:gdLst/>
              <a:ahLst/>
              <a:cxnLst/>
              <a:rect r="r" b="b" t="t" l="l"/>
              <a:pathLst>
                <a:path h="172415" w="543038">
                  <a:moveTo>
                    <a:pt x="67734" y="0"/>
                  </a:moveTo>
                  <a:lnTo>
                    <a:pt x="475305" y="0"/>
                  </a:lnTo>
                  <a:cubicBezTo>
                    <a:pt x="493269" y="0"/>
                    <a:pt x="510497" y="7136"/>
                    <a:pt x="523200" y="19839"/>
                  </a:cubicBezTo>
                  <a:cubicBezTo>
                    <a:pt x="535902" y="32541"/>
                    <a:pt x="543038" y="49770"/>
                    <a:pt x="543038" y="67734"/>
                  </a:cubicBezTo>
                  <a:lnTo>
                    <a:pt x="543038" y="104682"/>
                  </a:lnTo>
                  <a:cubicBezTo>
                    <a:pt x="543038" y="142090"/>
                    <a:pt x="512713" y="172415"/>
                    <a:pt x="475305" y="172415"/>
                  </a:cubicBezTo>
                  <a:lnTo>
                    <a:pt x="67734" y="172415"/>
                  </a:lnTo>
                  <a:cubicBezTo>
                    <a:pt x="49770" y="172415"/>
                    <a:pt x="32541" y="165279"/>
                    <a:pt x="19839" y="152577"/>
                  </a:cubicBezTo>
                  <a:cubicBezTo>
                    <a:pt x="7136" y="139874"/>
                    <a:pt x="0" y="122646"/>
                    <a:pt x="0" y="104682"/>
                  </a:cubicBezTo>
                  <a:lnTo>
                    <a:pt x="0" y="67734"/>
                  </a:lnTo>
                  <a:cubicBezTo>
                    <a:pt x="0" y="30325"/>
                    <a:pt x="30325" y="0"/>
                    <a:pt x="677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543038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22468" y="6632331"/>
            <a:ext cx="2757054" cy="664572"/>
            <a:chOff x="0" y="0"/>
            <a:chExt cx="770519" cy="18572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47737" y="0"/>
                  </a:moveTo>
                  <a:lnTo>
                    <a:pt x="722782" y="0"/>
                  </a:lnTo>
                  <a:cubicBezTo>
                    <a:pt x="735443" y="0"/>
                    <a:pt x="747585" y="5029"/>
                    <a:pt x="756537" y="13982"/>
                  </a:cubicBezTo>
                  <a:cubicBezTo>
                    <a:pt x="765489" y="22934"/>
                    <a:pt x="770519" y="35076"/>
                    <a:pt x="770519" y="47737"/>
                  </a:cubicBezTo>
                  <a:lnTo>
                    <a:pt x="770519" y="137992"/>
                  </a:lnTo>
                  <a:cubicBezTo>
                    <a:pt x="770519" y="164357"/>
                    <a:pt x="749146" y="185729"/>
                    <a:pt x="722782" y="185729"/>
                  </a:cubicBezTo>
                  <a:lnTo>
                    <a:pt x="47737" y="185729"/>
                  </a:lnTo>
                  <a:cubicBezTo>
                    <a:pt x="21372" y="185729"/>
                    <a:pt x="0" y="164357"/>
                    <a:pt x="0" y="137992"/>
                  </a:cubicBezTo>
                  <a:lnTo>
                    <a:pt x="0" y="47737"/>
                  </a:lnTo>
                  <a:cubicBezTo>
                    <a:pt x="0" y="21372"/>
                    <a:pt x="21372" y="0"/>
                    <a:pt x="477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6084824" y="3455142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Task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542768" y="3425427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Subprocess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998030" y="2147628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Participant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308917" y="3498011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Employee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818977" y="3455142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Department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142552" y="5250391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WorkflowIterator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142552" y="6629338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depthFirstIterator</a:t>
            </a:r>
          </a:p>
        </p:txBody>
      </p:sp>
      <p:sp>
        <p:nvSpPr>
          <p:cNvPr name="AutoShape 50" id="50"/>
          <p:cNvSpPr/>
          <p:nvPr/>
        </p:nvSpPr>
        <p:spPr>
          <a:xfrm flipV="true">
            <a:off x="8113688" y="2844754"/>
            <a:ext cx="995220" cy="637201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1" id="51"/>
          <p:cNvSpPr/>
          <p:nvPr/>
        </p:nvSpPr>
        <p:spPr>
          <a:xfrm flipH="true" flipV="true">
            <a:off x="12200995" y="5917956"/>
            <a:ext cx="0" cy="714375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2" id="52"/>
          <p:cNvSpPr/>
          <p:nvPr/>
        </p:nvSpPr>
        <p:spPr>
          <a:xfrm flipH="true" flipV="true">
            <a:off x="9588220" y="2844754"/>
            <a:ext cx="407156" cy="62669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3" id="53"/>
          <p:cNvSpPr/>
          <p:nvPr/>
        </p:nvSpPr>
        <p:spPr>
          <a:xfrm>
            <a:off x="9995376" y="2844754"/>
            <a:ext cx="369333" cy="62669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Freeform 54" id="54"/>
          <p:cNvSpPr/>
          <p:nvPr/>
        </p:nvSpPr>
        <p:spPr>
          <a:xfrm>
            <a:off x="10967500" y="2844754"/>
            <a:ext cx="1233494" cy="2408630"/>
          </a:xfrm>
          <a:custGeom>
            <a:avLst/>
            <a:gdLst/>
            <a:ahLst/>
            <a:cxnLst/>
            <a:rect r="r" b="b" t="t" l="l"/>
            <a:pathLst>
              <a:path h="2408630" w="1233494">
                <a:moveTo>
                  <a:pt x="0" y="0"/>
                </a:moveTo>
                <a:quadBezTo>
                  <a:pt x="1218905" y="895941"/>
                  <a:pt x="1233495" y="2408630"/>
                </a:quadBezTo>
              </a:path>
            </a:pathLst>
          </a:custGeom>
          <a:ln cap="flat" w="38100">
            <a:solidFill>
              <a:srgbClr val="B4B4B4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55" id="55"/>
          <p:cNvSpPr/>
          <p:nvPr/>
        </p:nvSpPr>
        <p:spPr>
          <a:xfrm>
            <a:off x="8649030" y="2627687"/>
            <a:ext cx="7797714" cy="854268"/>
          </a:xfrm>
          <a:custGeom>
            <a:avLst/>
            <a:gdLst/>
            <a:ahLst/>
            <a:cxnLst/>
            <a:rect r="r" b="b" t="t" l="l"/>
            <a:pathLst>
              <a:path h="854268" w="7797714">
                <a:moveTo>
                  <a:pt x="0" y="854268"/>
                </a:moveTo>
                <a:quadBezTo>
                  <a:pt x="11061987" y="791235"/>
                  <a:pt x="6431226" y="0"/>
                </a:quadBezTo>
              </a:path>
            </a:pathLst>
          </a:custGeom>
          <a:ln cap="flat" w="38100">
            <a:solidFill>
              <a:srgbClr val="B4B4B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6" id="56"/>
          <p:cNvSpPr/>
          <p:nvPr/>
        </p:nvSpPr>
        <p:spPr>
          <a:xfrm flipV="true">
            <a:off x="12888931" y="2844754"/>
            <a:ext cx="417564" cy="685325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7" id="57"/>
          <p:cNvSpPr/>
          <p:nvPr/>
        </p:nvSpPr>
        <p:spPr>
          <a:xfrm flipH="true" flipV="true">
            <a:off x="14449170" y="2844754"/>
            <a:ext cx="493849" cy="627609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8" id="58"/>
          <p:cNvSpPr/>
          <p:nvPr/>
        </p:nvSpPr>
        <p:spPr>
          <a:xfrm>
            <a:off x="14991574" y="2827281"/>
            <a:ext cx="375071" cy="644163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TextBox 59" id="59"/>
          <p:cNvSpPr txBox="true"/>
          <p:nvPr/>
        </p:nvSpPr>
        <p:spPr>
          <a:xfrm rot="0">
            <a:off x="8542768" y="2792392"/>
            <a:ext cx="4057728" cy="3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15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children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969166" y="3060481"/>
            <a:ext cx="4057728" cy="3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15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creates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469184" y="2701879"/>
            <a:ext cx="4057728" cy="3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15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members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868374" y="2701879"/>
            <a:ext cx="4057728" cy="3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15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assignee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084824" y="1479078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Tasks (Composite)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308917" y="1460028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People (Composite)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600087" y="7258803"/>
            <a:ext cx="4057728" cy="48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Traversal (Iterator)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7711340" y="1417944"/>
            <a:ext cx="10065542" cy="2451736"/>
            <a:chOff x="0" y="0"/>
            <a:chExt cx="2926000" cy="7127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000" cy="712707"/>
            </a:xfrm>
            <a:custGeom>
              <a:avLst/>
              <a:gdLst/>
              <a:ahLst/>
              <a:cxnLst/>
              <a:rect r="r" b="b" t="t" l="l"/>
              <a:pathLst>
                <a:path h="712707" w="2926000">
                  <a:moveTo>
                    <a:pt x="13076" y="0"/>
                  </a:moveTo>
                  <a:lnTo>
                    <a:pt x="2912924" y="0"/>
                  </a:lnTo>
                  <a:cubicBezTo>
                    <a:pt x="2916392" y="0"/>
                    <a:pt x="2919718" y="1378"/>
                    <a:pt x="2922170" y="3830"/>
                  </a:cubicBezTo>
                  <a:cubicBezTo>
                    <a:pt x="2924622" y="6282"/>
                    <a:pt x="2926000" y="9608"/>
                    <a:pt x="2926000" y="13076"/>
                  </a:cubicBezTo>
                  <a:lnTo>
                    <a:pt x="2926000" y="699631"/>
                  </a:lnTo>
                  <a:cubicBezTo>
                    <a:pt x="2926000" y="706852"/>
                    <a:pt x="2920146" y="712707"/>
                    <a:pt x="2912924" y="712707"/>
                  </a:cubicBezTo>
                  <a:lnTo>
                    <a:pt x="13076" y="712707"/>
                  </a:lnTo>
                  <a:cubicBezTo>
                    <a:pt x="9608" y="712707"/>
                    <a:pt x="6282" y="711329"/>
                    <a:pt x="3830" y="708877"/>
                  </a:cubicBezTo>
                  <a:cubicBezTo>
                    <a:pt x="1378" y="706425"/>
                    <a:pt x="0" y="703099"/>
                    <a:pt x="0" y="699631"/>
                  </a:cubicBezTo>
                  <a:lnTo>
                    <a:pt x="0" y="13076"/>
                  </a:lnTo>
                  <a:cubicBezTo>
                    <a:pt x="0" y="5854"/>
                    <a:pt x="5854" y="0"/>
                    <a:pt x="130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926000" cy="76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905257" y="1838285"/>
            <a:ext cx="1684220" cy="593115"/>
            <a:chOff x="0" y="0"/>
            <a:chExt cx="489594" cy="172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9594" cy="172415"/>
            </a:xfrm>
            <a:custGeom>
              <a:avLst/>
              <a:gdLst/>
              <a:ahLst/>
              <a:cxnLst/>
              <a:rect r="r" b="b" t="t" l="l"/>
              <a:pathLst>
                <a:path h="172415" w="489594">
                  <a:moveTo>
                    <a:pt x="78145" y="0"/>
                  </a:moveTo>
                  <a:lnTo>
                    <a:pt x="411449" y="0"/>
                  </a:lnTo>
                  <a:cubicBezTo>
                    <a:pt x="432175" y="0"/>
                    <a:pt x="452051" y="8233"/>
                    <a:pt x="466706" y="22888"/>
                  </a:cubicBezTo>
                  <a:cubicBezTo>
                    <a:pt x="481361" y="37543"/>
                    <a:pt x="489594" y="57419"/>
                    <a:pt x="489594" y="78145"/>
                  </a:cubicBezTo>
                  <a:lnTo>
                    <a:pt x="489594" y="94271"/>
                  </a:lnTo>
                  <a:cubicBezTo>
                    <a:pt x="489594" y="114996"/>
                    <a:pt x="481361" y="134873"/>
                    <a:pt x="466706" y="149527"/>
                  </a:cubicBezTo>
                  <a:cubicBezTo>
                    <a:pt x="452051" y="164182"/>
                    <a:pt x="432175" y="172415"/>
                    <a:pt x="411449" y="172415"/>
                  </a:cubicBezTo>
                  <a:lnTo>
                    <a:pt x="78145" y="172415"/>
                  </a:lnTo>
                  <a:cubicBezTo>
                    <a:pt x="57419" y="172415"/>
                    <a:pt x="37543" y="164182"/>
                    <a:pt x="22888" y="149527"/>
                  </a:cubicBezTo>
                  <a:cubicBezTo>
                    <a:pt x="8233" y="134873"/>
                    <a:pt x="0" y="114996"/>
                    <a:pt x="0" y="94271"/>
                  </a:cubicBezTo>
                  <a:lnTo>
                    <a:pt x="0" y="78145"/>
                  </a:lnTo>
                  <a:cubicBezTo>
                    <a:pt x="0" y="57419"/>
                    <a:pt x="8233" y="37543"/>
                    <a:pt x="22888" y="22888"/>
                  </a:cubicBezTo>
                  <a:cubicBezTo>
                    <a:pt x="37543" y="8233"/>
                    <a:pt x="57419" y="0"/>
                    <a:pt x="781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89594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94113" y="2452428"/>
            <a:ext cx="5810298" cy="341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Lifecycles and Approvals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8976" y="6172682"/>
            <a:ext cx="6182841" cy="64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771" spc="-19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State - Chain of Responsibilty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864195" y="3136642"/>
            <a:ext cx="1684220" cy="593115"/>
            <a:chOff x="0" y="0"/>
            <a:chExt cx="489594" cy="1724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9594" cy="172415"/>
            </a:xfrm>
            <a:custGeom>
              <a:avLst/>
              <a:gdLst/>
              <a:ahLst/>
              <a:cxnLst/>
              <a:rect r="r" b="b" t="t" l="l"/>
              <a:pathLst>
                <a:path h="172415" w="489594">
                  <a:moveTo>
                    <a:pt x="78145" y="0"/>
                  </a:moveTo>
                  <a:lnTo>
                    <a:pt x="411449" y="0"/>
                  </a:lnTo>
                  <a:cubicBezTo>
                    <a:pt x="432175" y="0"/>
                    <a:pt x="452051" y="8233"/>
                    <a:pt x="466706" y="22888"/>
                  </a:cubicBezTo>
                  <a:cubicBezTo>
                    <a:pt x="481361" y="37543"/>
                    <a:pt x="489594" y="57419"/>
                    <a:pt x="489594" y="78145"/>
                  </a:cubicBezTo>
                  <a:lnTo>
                    <a:pt x="489594" y="94271"/>
                  </a:lnTo>
                  <a:cubicBezTo>
                    <a:pt x="489594" y="114996"/>
                    <a:pt x="481361" y="134873"/>
                    <a:pt x="466706" y="149527"/>
                  </a:cubicBezTo>
                  <a:cubicBezTo>
                    <a:pt x="452051" y="164182"/>
                    <a:pt x="432175" y="172415"/>
                    <a:pt x="411449" y="172415"/>
                  </a:cubicBezTo>
                  <a:lnTo>
                    <a:pt x="78145" y="172415"/>
                  </a:lnTo>
                  <a:cubicBezTo>
                    <a:pt x="57419" y="172415"/>
                    <a:pt x="37543" y="164182"/>
                    <a:pt x="22888" y="149527"/>
                  </a:cubicBezTo>
                  <a:cubicBezTo>
                    <a:pt x="8233" y="134873"/>
                    <a:pt x="0" y="114996"/>
                    <a:pt x="0" y="94271"/>
                  </a:cubicBezTo>
                  <a:lnTo>
                    <a:pt x="0" y="78145"/>
                  </a:lnTo>
                  <a:cubicBezTo>
                    <a:pt x="0" y="57419"/>
                    <a:pt x="8233" y="37543"/>
                    <a:pt x="22888" y="22888"/>
                  </a:cubicBezTo>
                  <a:cubicBezTo>
                    <a:pt x="37543" y="8233"/>
                    <a:pt x="57419" y="0"/>
                    <a:pt x="781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489594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823133" y="3136642"/>
            <a:ext cx="1684220" cy="593115"/>
            <a:chOff x="0" y="0"/>
            <a:chExt cx="489594" cy="1724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9594" cy="172415"/>
            </a:xfrm>
            <a:custGeom>
              <a:avLst/>
              <a:gdLst/>
              <a:ahLst/>
              <a:cxnLst/>
              <a:rect r="r" b="b" t="t" l="l"/>
              <a:pathLst>
                <a:path h="172415" w="489594">
                  <a:moveTo>
                    <a:pt x="78145" y="0"/>
                  </a:moveTo>
                  <a:lnTo>
                    <a:pt x="411449" y="0"/>
                  </a:lnTo>
                  <a:cubicBezTo>
                    <a:pt x="432175" y="0"/>
                    <a:pt x="452051" y="8233"/>
                    <a:pt x="466706" y="22888"/>
                  </a:cubicBezTo>
                  <a:cubicBezTo>
                    <a:pt x="481361" y="37543"/>
                    <a:pt x="489594" y="57419"/>
                    <a:pt x="489594" y="78145"/>
                  </a:cubicBezTo>
                  <a:lnTo>
                    <a:pt x="489594" y="94271"/>
                  </a:lnTo>
                  <a:cubicBezTo>
                    <a:pt x="489594" y="114996"/>
                    <a:pt x="481361" y="134873"/>
                    <a:pt x="466706" y="149527"/>
                  </a:cubicBezTo>
                  <a:cubicBezTo>
                    <a:pt x="452051" y="164182"/>
                    <a:pt x="432175" y="172415"/>
                    <a:pt x="411449" y="172415"/>
                  </a:cubicBezTo>
                  <a:lnTo>
                    <a:pt x="78145" y="172415"/>
                  </a:lnTo>
                  <a:cubicBezTo>
                    <a:pt x="57419" y="172415"/>
                    <a:pt x="37543" y="164182"/>
                    <a:pt x="22888" y="149527"/>
                  </a:cubicBezTo>
                  <a:cubicBezTo>
                    <a:pt x="8233" y="134873"/>
                    <a:pt x="0" y="114996"/>
                    <a:pt x="0" y="94271"/>
                  </a:cubicBezTo>
                  <a:lnTo>
                    <a:pt x="0" y="78145"/>
                  </a:lnTo>
                  <a:cubicBezTo>
                    <a:pt x="0" y="57419"/>
                    <a:pt x="8233" y="37543"/>
                    <a:pt x="22888" y="22888"/>
                  </a:cubicBezTo>
                  <a:cubicBezTo>
                    <a:pt x="37543" y="8233"/>
                    <a:pt x="57419" y="0"/>
                    <a:pt x="781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489594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05257" y="3136642"/>
            <a:ext cx="1684220" cy="593115"/>
            <a:chOff x="0" y="0"/>
            <a:chExt cx="489594" cy="1724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9594" cy="172415"/>
            </a:xfrm>
            <a:custGeom>
              <a:avLst/>
              <a:gdLst/>
              <a:ahLst/>
              <a:cxnLst/>
              <a:rect r="r" b="b" t="t" l="l"/>
              <a:pathLst>
                <a:path h="172415" w="489594">
                  <a:moveTo>
                    <a:pt x="78145" y="0"/>
                  </a:moveTo>
                  <a:lnTo>
                    <a:pt x="411449" y="0"/>
                  </a:lnTo>
                  <a:cubicBezTo>
                    <a:pt x="432175" y="0"/>
                    <a:pt x="452051" y="8233"/>
                    <a:pt x="466706" y="22888"/>
                  </a:cubicBezTo>
                  <a:cubicBezTo>
                    <a:pt x="481361" y="37543"/>
                    <a:pt x="489594" y="57419"/>
                    <a:pt x="489594" y="78145"/>
                  </a:cubicBezTo>
                  <a:lnTo>
                    <a:pt x="489594" y="94271"/>
                  </a:lnTo>
                  <a:cubicBezTo>
                    <a:pt x="489594" y="114996"/>
                    <a:pt x="481361" y="134873"/>
                    <a:pt x="466706" y="149527"/>
                  </a:cubicBezTo>
                  <a:cubicBezTo>
                    <a:pt x="452051" y="164182"/>
                    <a:pt x="432175" y="172415"/>
                    <a:pt x="411449" y="172415"/>
                  </a:cubicBezTo>
                  <a:lnTo>
                    <a:pt x="78145" y="172415"/>
                  </a:lnTo>
                  <a:cubicBezTo>
                    <a:pt x="57419" y="172415"/>
                    <a:pt x="37543" y="164182"/>
                    <a:pt x="22888" y="149527"/>
                  </a:cubicBezTo>
                  <a:cubicBezTo>
                    <a:pt x="8233" y="134873"/>
                    <a:pt x="0" y="114996"/>
                    <a:pt x="0" y="94271"/>
                  </a:cubicBezTo>
                  <a:lnTo>
                    <a:pt x="0" y="78145"/>
                  </a:lnTo>
                  <a:cubicBezTo>
                    <a:pt x="0" y="57419"/>
                    <a:pt x="8233" y="37543"/>
                    <a:pt x="22888" y="22888"/>
                  </a:cubicBezTo>
                  <a:cubicBezTo>
                    <a:pt x="37543" y="8233"/>
                    <a:pt x="57419" y="0"/>
                    <a:pt x="781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489594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946319" y="3136642"/>
            <a:ext cx="1684220" cy="593115"/>
            <a:chOff x="0" y="0"/>
            <a:chExt cx="489594" cy="1724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9594" cy="172415"/>
            </a:xfrm>
            <a:custGeom>
              <a:avLst/>
              <a:gdLst/>
              <a:ahLst/>
              <a:cxnLst/>
              <a:rect r="r" b="b" t="t" l="l"/>
              <a:pathLst>
                <a:path h="172415" w="489594">
                  <a:moveTo>
                    <a:pt x="78145" y="0"/>
                  </a:moveTo>
                  <a:lnTo>
                    <a:pt x="411449" y="0"/>
                  </a:lnTo>
                  <a:cubicBezTo>
                    <a:pt x="432175" y="0"/>
                    <a:pt x="452051" y="8233"/>
                    <a:pt x="466706" y="22888"/>
                  </a:cubicBezTo>
                  <a:cubicBezTo>
                    <a:pt x="481361" y="37543"/>
                    <a:pt x="489594" y="57419"/>
                    <a:pt x="489594" y="78145"/>
                  </a:cubicBezTo>
                  <a:lnTo>
                    <a:pt x="489594" y="94271"/>
                  </a:lnTo>
                  <a:cubicBezTo>
                    <a:pt x="489594" y="114996"/>
                    <a:pt x="481361" y="134873"/>
                    <a:pt x="466706" y="149527"/>
                  </a:cubicBezTo>
                  <a:cubicBezTo>
                    <a:pt x="452051" y="164182"/>
                    <a:pt x="432175" y="172415"/>
                    <a:pt x="411449" y="172415"/>
                  </a:cubicBezTo>
                  <a:lnTo>
                    <a:pt x="78145" y="172415"/>
                  </a:lnTo>
                  <a:cubicBezTo>
                    <a:pt x="57419" y="172415"/>
                    <a:pt x="37543" y="164182"/>
                    <a:pt x="22888" y="149527"/>
                  </a:cubicBezTo>
                  <a:cubicBezTo>
                    <a:pt x="8233" y="134873"/>
                    <a:pt x="0" y="114996"/>
                    <a:pt x="0" y="94271"/>
                  </a:cubicBezTo>
                  <a:lnTo>
                    <a:pt x="0" y="78145"/>
                  </a:lnTo>
                  <a:cubicBezTo>
                    <a:pt x="0" y="57419"/>
                    <a:pt x="8233" y="37543"/>
                    <a:pt x="22888" y="22888"/>
                  </a:cubicBezTo>
                  <a:cubicBezTo>
                    <a:pt x="37543" y="8233"/>
                    <a:pt x="57419" y="0"/>
                    <a:pt x="781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489594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985826" y="3136642"/>
            <a:ext cx="1684220" cy="593115"/>
            <a:chOff x="0" y="0"/>
            <a:chExt cx="489594" cy="1724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9594" cy="172415"/>
            </a:xfrm>
            <a:custGeom>
              <a:avLst/>
              <a:gdLst/>
              <a:ahLst/>
              <a:cxnLst/>
              <a:rect r="r" b="b" t="t" l="l"/>
              <a:pathLst>
                <a:path h="172415" w="489594">
                  <a:moveTo>
                    <a:pt x="78145" y="0"/>
                  </a:moveTo>
                  <a:lnTo>
                    <a:pt x="411449" y="0"/>
                  </a:lnTo>
                  <a:cubicBezTo>
                    <a:pt x="432175" y="0"/>
                    <a:pt x="452051" y="8233"/>
                    <a:pt x="466706" y="22888"/>
                  </a:cubicBezTo>
                  <a:cubicBezTo>
                    <a:pt x="481361" y="37543"/>
                    <a:pt x="489594" y="57419"/>
                    <a:pt x="489594" y="78145"/>
                  </a:cubicBezTo>
                  <a:lnTo>
                    <a:pt x="489594" y="94271"/>
                  </a:lnTo>
                  <a:cubicBezTo>
                    <a:pt x="489594" y="114996"/>
                    <a:pt x="481361" y="134873"/>
                    <a:pt x="466706" y="149527"/>
                  </a:cubicBezTo>
                  <a:cubicBezTo>
                    <a:pt x="452051" y="164182"/>
                    <a:pt x="432175" y="172415"/>
                    <a:pt x="411449" y="172415"/>
                  </a:cubicBezTo>
                  <a:lnTo>
                    <a:pt x="78145" y="172415"/>
                  </a:lnTo>
                  <a:cubicBezTo>
                    <a:pt x="57419" y="172415"/>
                    <a:pt x="37543" y="164182"/>
                    <a:pt x="22888" y="149527"/>
                  </a:cubicBezTo>
                  <a:cubicBezTo>
                    <a:pt x="8233" y="134873"/>
                    <a:pt x="0" y="114996"/>
                    <a:pt x="0" y="94271"/>
                  </a:cubicBezTo>
                  <a:lnTo>
                    <a:pt x="0" y="78145"/>
                  </a:lnTo>
                  <a:cubicBezTo>
                    <a:pt x="0" y="57419"/>
                    <a:pt x="8233" y="37543"/>
                    <a:pt x="22888" y="22888"/>
                  </a:cubicBezTo>
                  <a:cubicBezTo>
                    <a:pt x="37543" y="8233"/>
                    <a:pt x="57419" y="0"/>
                    <a:pt x="781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489594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788429" y="1814678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Stage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87359" y="3113035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NotStarted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846297" y="3113035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InProgress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788429" y="3113035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Complete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64174" y="3113035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Rejected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714709" y="3113035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Cancelled</a:t>
            </a:r>
          </a:p>
        </p:txBody>
      </p:sp>
      <p:sp>
        <p:nvSpPr>
          <p:cNvPr name="AutoShape 36" id="36"/>
          <p:cNvSpPr/>
          <p:nvPr/>
        </p:nvSpPr>
        <p:spPr>
          <a:xfrm flipV="true">
            <a:off x="8827936" y="2274032"/>
            <a:ext cx="3022916" cy="86261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 flipV="true">
            <a:off x="10788429" y="2363710"/>
            <a:ext cx="1208939" cy="772933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 flipV="true">
            <a:off x="12747367" y="2431400"/>
            <a:ext cx="0" cy="705242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 flipH="true" flipV="true">
            <a:off x="13521277" y="2401534"/>
            <a:ext cx="1185028" cy="735109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0" id="40"/>
          <p:cNvSpPr/>
          <p:nvPr/>
        </p:nvSpPr>
        <p:spPr>
          <a:xfrm flipH="true" flipV="true">
            <a:off x="13583883" y="2311823"/>
            <a:ext cx="3081360" cy="824819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1" id="41"/>
          <p:cNvGrpSpPr/>
          <p:nvPr/>
        </p:nvGrpSpPr>
        <p:grpSpPr>
          <a:xfrm rot="0">
            <a:off x="7739940" y="4888855"/>
            <a:ext cx="10065542" cy="2451736"/>
            <a:chOff x="0" y="0"/>
            <a:chExt cx="2926000" cy="71270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6000" cy="712707"/>
            </a:xfrm>
            <a:custGeom>
              <a:avLst/>
              <a:gdLst/>
              <a:ahLst/>
              <a:cxnLst/>
              <a:rect r="r" b="b" t="t" l="l"/>
              <a:pathLst>
                <a:path h="712707" w="2926000">
                  <a:moveTo>
                    <a:pt x="13076" y="0"/>
                  </a:moveTo>
                  <a:lnTo>
                    <a:pt x="2912924" y="0"/>
                  </a:lnTo>
                  <a:cubicBezTo>
                    <a:pt x="2916392" y="0"/>
                    <a:pt x="2919718" y="1378"/>
                    <a:pt x="2922170" y="3830"/>
                  </a:cubicBezTo>
                  <a:cubicBezTo>
                    <a:pt x="2924622" y="6282"/>
                    <a:pt x="2926000" y="9608"/>
                    <a:pt x="2926000" y="13076"/>
                  </a:cubicBezTo>
                  <a:lnTo>
                    <a:pt x="2926000" y="699631"/>
                  </a:lnTo>
                  <a:cubicBezTo>
                    <a:pt x="2926000" y="706852"/>
                    <a:pt x="2920146" y="712707"/>
                    <a:pt x="2912924" y="712707"/>
                  </a:cubicBezTo>
                  <a:lnTo>
                    <a:pt x="13076" y="712707"/>
                  </a:lnTo>
                  <a:cubicBezTo>
                    <a:pt x="9608" y="712707"/>
                    <a:pt x="6282" y="711329"/>
                    <a:pt x="3830" y="708877"/>
                  </a:cubicBezTo>
                  <a:cubicBezTo>
                    <a:pt x="1378" y="706425"/>
                    <a:pt x="0" y="703099"/>
                    <a:pt x="0" y="699631"/>
                  </a:cubicBezTo>
                  <a:lnTo>
                    <a:pt x="0" y="13076"/>
                  </a:lnTo>
                  <a:cubicBezTo>
                    <a:pt x="0" y="5854"/>
                    <a:pt x="5854" y="0"/>
                    <a:pt x="130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2926000" cy="76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554503" y="5286273"/>
            <a:ext cx="2218587" cy="587867"/>
            <a:chOff x="0" y="0"/>
            <a:chExt cx="650690" cy="17241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0690" cy="172415"/>
            </a:xfrm>
            <a:custGeom>
              <a:avLst/>
              <a:gdLst/>
              <a:ahLst/>
              <a:cxnLst/>
              <a:rect r="r" b="b" t="t" l="l"/>
              <a:pathLst>
                <a:path h="172415" w="650690">
                  <a:moveTo>
                    <a:pt x="59323" y="0"/>
                  </a:moveTo>
                  <a:lnTo>
                    <a:pt x="591367" y="0"/>
                  </a:lnTo>
                  <a:cubicBezTo>
                    <a:pt x="607100" y="0"/>
                    <a:pt x="622189" y="6250"/>
                    <a:pt x="633314" y="17375"/>
                  </a:cubicBezTo>
                  <a:cubicBezTo>
                    <a:pt x="644440" y="28500"/>
                    <a:pt x="650690" y="43589"/>
                    <a:pt x="650690" y="59323"/>
                  </a:cubicBezTo>
                  <a:lnTo>
                    <a:pt x="650690" y="113093"/>
                  </a:lnTo>
                  <a:cubicBezTo>
                    <a:pt x="650690" y="145856"/>
                    <a:pt x="624130" y="172415"/>
                    <a:pt x="591367" y="172415"/>
                  </a:cubicBezTo>
                  <a:lnTo>
                    <a:pt x="59323" y="172415"/>
                  </a:lnTo>
                  <a:cubicBezTo>
                    <a:pt x="43589" y="172415"/>
                    <a:pt x="28500" y="166165"/>
                    <a:pt x="17375" y="155040"/>
                  </a:cubicBezTo>
                  <a:cubicBezTo>
                    <a:pt x="6250" y="143915"/>
                    <a:pt x="0" y="128826"/>
                    <a:pt x="0" y="113093"/>
                  </a:cubicBezTo>
                  <a:lnTo>
                    <a:pt x="0" y="59323"/>
                  </a:lnTo>
                  <a:cubicBezTo>
                    <a:pt x="0" y="26560"/>
                    <a:pt x="26560" y="0"/>
                    <a:pt x="593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50690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826263" y="6618390"/>
            <a:ext cx="2218587" cy="587867"/>
            <a:chOff x="0" y="0"/>
            <a:chExt cx="650690" cy="17241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0690" cy="172415"/>
            </a:xfrm>
            <a:custGeom>
              <a:avLst/>
              <a:gdLst/>
              <a:ahLst/>
              <a:cxnLst/>
              <a:rect r="r" b="b" t="t" l="l"/>
              <a:pathLst>
                <a:path h="172415" w="650690">
                  <a:moveTo>
                    <a:pt x="59323" y="0"/>
                  </a:moveTo>
                  <a:lnTo>
                    <a:pt x="591367" y="0"/>
                  </a:lnTo>
                  <a:cubicBezTo>
                    <a:pt x="607100" y="0"/>
                    <a:pt x="622189" y="6250"/>
                    <a:pt x="633314" y="17375"/>
                  </a:cubicBezTo>
                  <a:cubicBezTo>
                    <a:pt x="644440" y="28500"/>
                    <a:pt x="650690" y="43589"/>
                    <a:pt x="650690" y="59323"/>
                  </a:cubicBezTo>
                  <a:lnTo>
                    <a:pt x="650690" y="113093"/>
                  </a:lnTo>
                  <a:cubicBezTo>
                    <a:pt x="650690" y="145856"/>
                    <a:pt x="624130" y="172415"/>
                    <a:pt x="591367" y="172415"/>
                  </a:cubicBezTo>
                  <a:lnTo>
                    <a:pt x="59323" y="172415"/>
                  </a:lnTo>
                  <a:cubicBezTo>
                    <a:pt x="43589" y="172415"/>
                    <a:pt x="28500" y="166165"/>
                    <a:pt x="17375" y="155040"/>
                  </a:cubicBezTo>
                  <a:cubicBezTo>
                    <a:pt x="6250" y="143915"/>
                    <a:pt x="0" y="128826"/>
                    <a:pt x="0" y="113093"/>
                  </a:cubicBezTo>
                  <a:lnTo>
                    <a:pt x="0" y="59323"/>
                  </a:lnTo>
                  <a:cubicBezTo>
                    <a:pt x="0" y="26560"/>
                    <a:pt x="26560" y="0"/>
                    <a:pt x="593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650690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99990" y="6618390"/>
            <a:ext cx="2218587" cy="587867"/>
            <a:chOff x="0" y="0"/>
            <a:chExt cx="650690" cy="17241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0690" cy="172415"/>
            </a:xfrm>
            <a:custGeom>
              <a:avLst/>
              <a:gdLst/>
              <a:ahLst/>
              <a:cxnLst/>
              <a:rect r="r" b="b" t="t" l="l"/>
              <a:pathLst>
                <a:path h="172415" w="650690">
                  <a:moveTo>
                    <a:pt x="59323" y="0"/>
                  </a:moveTo>
                  <a:lnTo>
                    <a:pt x="591367" y="0"/>
                  </a:lnTo>
                  <a:cubicBezTo>
                    <a:pt x="607100" y="0"/>
                    <a:pt x="622189" y="6250"/>
                    <a:pt x="633314" y="17375"/>
                  </a:cubicBezTo>
                  <a:cubicBezTo>
                    <a:pt x="644440" y="28500"/>
                    <a:pt x="650690" y="43589"/>
                    <a:pt x="650690" y="59323"/>
                  </a:cubicBezTo>
                  <a:lnTo>
                    <a:pt x="650690" y="113093"/>
                  </a:lnTo>
                  <a:cubicBezTo>
                    <a:pt x="650690" y="145856"/>
                    <a:pt x="624130" y="172415"/>
                    <a:pt x="591367" y="172415"/>
                  </a:cubicBezTo>
                  <a:lnTo>
                    <a:pt x="59323" y="172415"/>
                  </a:lnTo>
                  <a:cubicBezTo>
                    <a:pt x="43589" y="172415"/>
                    <a:pt x="28500" y="166165"/>
                    <a:pt x="17375" y="155040"/>
                  </a:cubicBezTo>
                  <a:cubicBezTo>
                    <a:pt x="6250" y="143915"/>
                    <a:pt x="0" y="128826"/>
                    <a:pt x="0" y="113093"/>
                  </a:cubicBezTo>
                  <a:lnTo>
                    <a:pt x="0" y="59323"/>
                  </a:lnTo>
                  <a:cubicBezTo>
                    <a:pt x="0" y="26560"/>
                    <a:pt x="26560" y="0"/>
                    <a:pt x="593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650690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772711" y="6623624"/>
            <a:ext cx="2218587" cy="587867"/>
            <a:chOff x="0" y="0"/>
            <a:chExt cx="650690" cy="17241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0690" cy="172415"/>
            </a:xfrm>
            <a:custGeom>
              <a:avLst/>
              <a:gdLst/>
              <a:ahLst/>
              <a:cxnLst/>
              <a:rect r="r" b="b" t="t" l="l"/>
              <a:pathLst>
                <a:path h="172415" w="650690">
                  <a:moveTo>
                    <a:pt x="59323" y="0"/>
                  </a:moveTo>
                  <a:lnTo>
                    <a:pt x="591367" y="0"/>
                  </a:lnTo>
                  <a:cubicBezTo>
                    <a:pt x="607100" y="0"/>
                    <a:pt x="622189" y="6250"/>
                    <a:pt x="633314" y="17375"/>
                  </a:cubicBezTo>
                  <a:cubicBezTo>
                    <a:pt x="644440" y="28500"/>
                    <a:pt x="650690" y="43589"/>
                    <a:pt x="650690" y="59323"/>
                  </a:cubicBezTo>
                  <a:lnTo>
                    <a:pt x="650690" y="113093"/>
                  </a:lnTo>
                  <a:cubicBezTo>
                    <a:pt x="650690" y="145856"/>
                    <a:pt x="624130" y="172415"/>
                    <a:pt x="591367" y="172415"/>
                  </a:cubicBezTo>
                  <a:lnTo>
                    <a:pt x="59323" y="172415"/>
                  </a:lnTo>
                  <a:cubicBezTo>
                    <a:pt x="43589" y="172415"/>
                    <a:pt x="28500" y="166165"/>
                    <a:pt x="17375" y="155040"/>
                  </a:cubicBezTo>
                  <a:cubicBezTo>
                    <a:pt x="6250" y="143915"/>
                    <a:pt x="0" y="128826"/>
                    <a:pt x="0" y="113093"/>
                  </a:cubicBezTo>
                  <a:lnTo>
                    <a:pt x="0" y="59323"/>
                  </a:lnTo>
                  <a:cubicBezTo>
                    <a:pt x="0" y="26560"/>
                    <a:pt x="26560" y="0"/>
                    <a:pt x="593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650690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245432" y="6623624"/>
            <a:ext cx="2218587" cy="587867"/>
            <a:chOff x="0" y="0"/>
            <a:chExt cx="650690" cy="17241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0690" cy="172415"/>
            </a:xfrm>
            <a:custGeom>
              <a:avLst/>
              <a:gdLst/>
              <a:ahLst/>
              <a:cxnLst/>
              <a:rect r="r" b="b" t="t" l="l"/>
              <a:pathLst>
                <a:path h="172415" w="650690">
                  <a:moveTo>
                    <a:pt x="59323" y="0"/>
                  </a:moveTo>
                  <a:lnTo>
                    <a:pt x="591367" y="0"/>
                  </a:lnTo>
                  <a:cubicBezTo>
                    <a:pt x="607100" y="0"/>
                    <a:pt x="622189" y="6250"/>
                    <a:pt x="633314" y="17375"/>
                  </a:cubicBezTo>
                  <a:cubicBezTo>
                    <a:pt x="644440" y="28500"/>
                    <a:pt x="650690" y="43589"/>
                    <a:pt x="650690" y="59323"/>
                  </a:cubicBezTo>
                  <a:lnTo>
                    <a:pt x="650690" y="113093"/>
                  </a:lnTo>
                  <a:cubicBezTo>
                    <a:pt x="650690" y="145856"/>
                    <a:pt x="624130" y="172415"/>
                    <a:pt x="591367" y="172415"/>
                  </a:cubicBezTo>
                  <a:lnTo>
                    <a:pt x="59323" y="172415"/>
                  </a:lnTo>
                  <a:cubicBezTo>
                    <a:pt x="43589" y="172415"/>
                    <a:pt x="28500" y="166165"/>
                    <a:pt x="17375" y="155040"/>
                  </a:cubicBezTo>
                  <a:cubicBezTo>
                    <a:pt x="6250" y="143915"/>
                    <a:pt x="0" y="128826"/>
                    <a:pt x="0" y="113093"/>
                  </a:cubicBezTo>
                  <a:lnTo>
                    <a:pt x="0" y="59323"/>
                  </a:lnTo>
                  <a:cubicBezTo>
                    <a:pt x="0" y="26560"/>
                    <a:pt x="26560" y="0"/>
                    <a:pt x="593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650690" cy="22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0730522" y="5270798"/>
            <a:ext cx="3866548" cy="44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181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ApprovalHandler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002282" y="6608149"/>
            <a:ext cx="3866548" cy="44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181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ManagerHandler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476009" y="6608149"/>
            <a:ext cx="3866548" cy="44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181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DirectorHandler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948730" y="6608149"/>
            <a:ext cx="3866548" cy="44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181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CEOHandler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421452" y="6608149"/>
            <a:ext cx="3866548" cy="44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181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ApprovalHandler</a:t>
            </a:r>
          </a:p>
        </p:txBody>
      </p:sp>
      <p:sp>
        <p:nvSpPr>
          <p:cNvPr name="AutoShape 64" id="64"/>
          <p:cNvSpPr/>
          <p:nvPr/>
        </p:nvSpPr>
        <p:spPr>
          <a:xfrm flipV="true">
            <a:off x="8935557" y="5858013"/>
            <a:ext cx="2710342" cy="760377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5" id="65"/>
          <p:cNvSpPr/>
          <p:nvPr/>
        </p:nvSpPr>
        <p:spPr>
          <a:xfrm flipV="true">
            <a:off x="11190920" y="5874139"/>
            <a:ext cx="757811" cy="744251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6" id="66"/>
          <p:cNvSpPr/>
          <p:nvPr/>
        </p:nvSpPr>
        <p:spPr>
          <a:xfrm flipH="true" flipV="true">
            <a:off x="12663796" y="5874139"/>
            <a:ext cx="1218208" cy="749484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7" id="67"/>
          <p:cNvSpPr/>
          <p:nvPr/>
        </p:nvSpPr>
        <p:spPr>
          <a:xfrm>
            <a:off x="13490153" y="5874139"/>
            <a:ext cx="1850220" cy="763945"/>
          </a:xfrm>
          <a:prstGeom prst="line">
            <a:avLst/>
          </a:prstGeom>
          <a:ln cap="flat" w="38100">
            <a:solidFill>
              <a:srgbClr val="B4B4B4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68" id="68"/>
          <p:cNvSpPr/>
          <p:nvPr/>
        </p:nvSpPr>
        <p:spPr>
          <a:xfrm>
            <a:off x="13757343" y="5442248"/>
            <a:ext cx="464650" cy="339707"/>
          </a:xfrm>
          <a:custGeom>
            <a:avLst/>
            <a:gdLst/>
            <a:ahLst/>
            <a:cxnLst/>
            <a:rect r="r" b="b" t="t" l="l"/>
            <a:pathLst>
              <a:path h="339707" w="464650">
                <a:moveTo>
                  <a:pt x="15747" y="0"/>
                </a:moveTo>
                <a:quadBezTo>
                  <a:pt x="921360" y="212196"/>
                  <a:pt x="0" y="339707"/>
                </a:quadBezTo>
              </a:path>
            </a:pathLst>
          </a:custGeom>
          <a:ln cap="flat" w="38100">
            <a:solidFill>
              <a:srgbClr val="B4B4B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9" id="69"/>
          <p:cNvSpPr txBox="true"/>
          <p:nvPr/>
        </p:nvSpPr>
        <p:spPr>
          <a:xfrm rot="0">
            <a:off x="12488178" y="5207950"/>
            <a:ext cx="3866548" cy="38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0"/>
              </a:lnSpc>
            </a:pPr>
            <a:r>
              <a:rPr lang="en-US" sz="1524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next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149181" y="5980307"/>
            <a:ext cx="3866548" cy="38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0"/>
              </a:lnSpc>
            </a:pPr>
            <a:r>
              <a:rPr lang="en-US" sz="1524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handles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930284" y="1390919"/>
            <a:ext cx="3866548" cy="44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181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Task lifecycle (State)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826263" y="4838907"/>
            <a:ext cx="4084912" cy="44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181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Approval chain (Chain of Responsibilty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88976" y="3610458"/>
            <a:ext cx="5958101" cy="117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Coordination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8976" y="4924595"/>
            <a:ext cx="6182841" cy="64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771" spc="-19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Mediator - Strategy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339776" y="2134755"/>
            <a:ext cx="2757054" cy="664572"/>
            <a:chOff x="0" y="0"/>
            <a:chExt cx="770519" cy="185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47737" y="0"/>
                  </a:moveTo>
                  <a:lnTo>
                    <a:pt x="722782" y="0"/>
                  </a:lnTo>
                  <a:cubicBezTo>
                    <a:pt x="735443" y="0"/>
                    <a:pt x="747585" y="5029"/>
                    <a:pt x="756537" y="13982"/>
                  </a:cubicBezTo>
                  <a:cubicBezTo>
                    <a:pt x="765489" y="22934"/>
                    <a:pt x="770519" y="35076"/>
                    <a:pt x="770519" y="47737"/>
                  </a:cubicBezTo>
                  <a:lnTo>
                    <a:pt x="770519" y="137992"/>
                  </a:lnTo>
                  <a:cubicBezTo>
                    <a:pt x="770519" y="164357"/>
                    <a:pt x="749146" y="185729"/>
                    <a:pt x="722782" y="185729"/>
                  </a:cubicBezTo>
                  <a:lnTo>
                    <a:pt x="47737" y="185729"/>
                  </a:lnTo>
                  <a:cubicBezTo>
                    <a:pt x="21372" y="185729"/>
                    <a:pt x="0" y="164357"/>
                    <a:pt x="0" y="137992"/>
                  </a:cubicBezTo>
                  <a:lnTo>
                    <a:pt x="0" y="47737"/>
                  </a:lnTo>
                  <a:cubicBezTo>
                    <a:pt x="0" y="21372"/>
                    <a:pt x="21372" y="0"/>
                    <a:pt x="477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18345" y="3509317"/>
            <a:ext cx="2757054" cy="664572"/>
            <a:chOff x="0" y="0"/>
            <a:chExt cx="770519" cy="1857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47737" y="0"/>
                  </a:moveTo>
                  <a:lnTo>
                    <a:pt x="722782" y="0"/>
                  </a:lnTo>
                  <a:cubicBezTo>
                    <a:pt x="735443" y="0"/>
                    <a:pt x="747585" y="5029"/>
                    <a:pt x="756537" y="13982"/>
                  </a:cubicBezTo>
                  <a:cubicBezTo>
                    <a:pt x="765489" y="22934"/>
                    <a:pt x="770519" y="35076"/>
                    <a:pt x="770519" y="47737"/>
                  </a:cubicBezTo>
                  <a:lnTo>
                    <a:pt x="770519" y="137992"/>
                  </a:lnTo>
                  <a:cubicBezTo>
                    <a:pt x="770519" y="164357"/>
                    <a:pt x="749146" y="185729"/>
                    <a:pt x="722782" y="185729"/>
                  </a:cubicBezTo>
                  <a:lnTo>
                    <a:pt x="47737" y="185729"/>
                  </a:lnTo>
                  <a:cubicBezTo>
                    <a:pt x="21372" y="185729"/>
                    <a:pt x="0" y="164357"/>
                    <a:pt x="0" y="137992"/>
                  </a:cubicBezTo>
                  <a:lnTo>
                    <a:pt x="0" y="47737"/>
                  </a:lnTo>
                  <a:cubicBezTo>
                    <a:pt x="0" y="21372"/>
                    <a:pt x="21372" y="0"/>
                    <a:pt x="477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18345" y="4929834"/>
            <a:ext cx="2757054" cy="664572"/>
            <a:chOff x="0" y="0"/>
            <a:chExt cx="770519" cy="1857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47737" y="0"/>
                  </a:moveTo>
                  <a:lnTo>
                    <a:pt x="722782" y="0"/>
                  </a:lnTo>
                  <a:cubicBezTo>
                    <a:pt x="735443" y="0"/>
                    <a:pt x="747585" y="5029"/>
                    <a:pt x="756537" y="13982"/>
                  </a:cubicBezTo>
                  <a:cubicBezTo>
                    <a:pt x="765489" y="22934"/>
                    <a:pt x="770519" y="35076"/>
                    <a:pt x="770519" y="47737"/>
                  </a:cubicBezTo>
                  <a:lnTo>
                    <a:pt x="770519" y="137992"/>
                  </a:lnTo>
                  <a:cubicBezTo>
                    <a:pt x="770519" y="164357"/>
                    <a:pt x="749146" y="185729"/>
                    <a:pt x="722782" y="185729"/>
                  </a:cubicBezTo>
                  <a:lnTo>
                    <a:pt x="47737" y="185729"/>
                  </a:lnTo>
                  <a:cubicBezTo>
                    <a:pt x="21372" y="185729"/>
                    <a:pt x="0" y="164357"/>
                    <a:pt x="0" y="137992"/>
                  </a:cubicBezTo>
                  <a:lnTo>
                    <a:pt x="0" y="47737"/>
                  </a:lnTo>
                  <a:cubicBezTo>
                    <a:pt x="0" y="21372"/>
                    <a:pt x="21372" y="0"/>
                    <a:pt x="477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33384" y="6323407"/>
            <a:ext cx="2757054" cy="664572"/>
            <a:chOff x="0" y="0"/>
            <a:chExt cx="770519" cy="1857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47737" y="0"/>
                  </a:moveTo>
                  <a:lnTo>
                    <a:pt x="722782" y="0"/>
                  </a:lnTo>
                  <a:cubicBezTo>
                    <a:pt x="735443" y="0"/>
                    <a:pt x="747585" y="5029"/>
                    <a:pt x="756537" y="13982"/>
                  </a:cubicBezTo>
                  <a:cubicBezTo>
                    <a:pt x="765489" y="22934"/>
                    <a:pt x="770519" y="35076"/>
                    <a:pt x="770519" y="47737"/>
                  </a:cubicBezTo>
                  <a:lnTo>
                    <a:pt x="770519" y="137992"/>
                  </a:lnTo>
                  <a:cubicBezTo>
                    <a:pt x="770519" y="164357"/>
                    <a:pt x="749146" y="185729"/>
                    <a:pt x="722782" y="185729"/>
                  </a:cubicBezTo>
                  <a:lnTo>
                    <a:pt x="47737" y="185729"/>
                  </a:lnTo>
                  <a:cubicBezTo>
                    <a:pt x="21372" y="185729"/>
                    <a:pt x="0" y="164357"/>
                    <a:pt x="0" y="137992"/>
                  </a:cubicBezTo>
                  <a:lnTo>
                    <a:pt x="0" y="47737"/>
                  </a:lnTo>
                  <a:cubicBezTo>
                    <a:pt x="0" y="21372"/>
                    <a:pt x="21372" y="0"/>
                    <a:pt x="477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75599" y="6308781"/>
            <a:ext cx="2757054" cy="664572"/>
            <a:chOff x="0" y="0"/>
            <a:chExt cx="770519" cy="1857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47737" y="0"/>
                  </a:moveTo>
                  <a:lnTo>
                    <a:pt x="722782" y="0"/>
                  </a:lnTo>
                  <a:cubicBezTo>
                    <a:pt x="735443" y="0"/>
                    <a:pt x="747585" y="5029"/>
                    <a:pt x="756537" y="13982"/>
                  </a:cubicBezTo>
                  <a:cubicBezTo>
                    <a:pt x="765489" y="22934"/>
                    <a:pt x="770519" y="35076"/>
                    <a:pt x="770519" y="47737"/>
                  </a:cubicBezTo>
                  <a:lnTo>
                    <a:pt x="770519" y="137992"/>
                  </a:lnTo>
                  <a:cubicBezTo>
                    <a:pt x="770519" y="164357"/>
                    <a:pt x="749146" y="185729"/>
                    <a:pt x="722782" y="185729"/>
                  </a:cubicBezTo>
                  <a:lnTo>
                    <a:pt x="47737" y="185729"/>
                  </a:lnTo>
                  <a:cubicBezTo>
                    <a:pt x="21372" y="185729"/>
                    <a:pt x="0" y="164357"/>
                    <a:pt x="0" y="137992"/>
                  </a:cubicBezTo>
                  <a:lnTo>
                    <a:pt x="0" y="47737"/>
                  </a:lnTo>
                  <a:cubicBezTo>
                    <a:pt x="0" y="21372"/>
                    <a:pt x="21372" y="0"/>
                    <a:pt x="477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318403" y="6308781"/>
            <a:ext cx="2918121" cy="664572"/>
            <a:chOff x="0" y="0"/>
            <a:chExt cx="815532" cy="1857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5532" cy="185729"/>
            </a:xfrm>
            <a:custGeom>
              <a:avLst/>
              <a:gdLst/>
              <a:ahLst/>
              <a:cxnLst/>
              <a:rect r="r" b="b" t="t" l="l"/>
              <a:pathLst>
                <a:path h="185729" w="815532">
                  <a:moveTo>
                    <a:pt x="45102" y="0"/>
                  </a:moveTo>
                  <a:lnTo>
                    <a:pt x="770431" y="0"/>
                  </a:lnTo>
                  <a:cubicBezTo>
                    <a:pt x="782392" y="0"/>
                    <a:pt x="793864" y="4752"/>
                    <a:pt x="802322" y="13210"/>
                  </a:cubicBezTo>
                  <a:cubicBezTo>
                    <a:pt x="810781" y="21668"/>
                    <a:pt x="815532" y="33140"/>
                    <a:pt x="815532" y="45102"/>
                  </a:cubicBezTo>
                  <a:lnTo>
                    <a:pt x="815532" y="140627"/>
                  </a:lnTo>
                  <a:cubicBezTo>
                    <a:pt x="815532" y="165536"/>
                    <a:pt x="795340" y="185729"/>
                    <a:pt x="770431" y="185729"/>
                  </a:cubicBezTo>
                  <a:lnTo>
                    <a:pt x="45102" y="185729"/>
                  </a:lnTo>
                  <a:cubicBezTo>
                    <a:pt x="20193" y="185729"/>
                    <a:pt x="0" y="165536"/>
                    <a:pt x="0" y="140627"/>
                  </a:cubicBezTo>
                  <a:lnTo>
                    <a:pt x="0" y="45102"/>
                  </a:lnTo>
                  <a:cubicBezTo>
                    <a:pt x="0" y="20193"/>
                    <a:pt x="20193" y="0"/>
                    <a:pt x="451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815532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970157" y="3509317"/>
            <a:ext cx="2757054" cy="664572"/>
            <a:chOff x="0" y="0"/>
            <a:chExt cx="770519" cy="1857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47737" y="0"/>
                  </a:moveTo>
                  <a:lnTo>
                    <a:pt x="722782" y="0"/>
                  </a:lnTo>
                  <a:cubicBezTo>
                    <a:pt x="735443" y="0"/>
                    <a:pt x="747585" y="5029"/>
                    <a:pt x="756537" y="13982"/>
                  </a:cubicBezTo>
                  <a:cubicBezTo>
                    <a:pt x="765489" y="22934"/>
                    <a:pt x="770519" y="35076"/>
                    <a:pt x="770519" y="47737"/>
                  </a:cubicBezTo>
                  <a:lnTo>
                    <a:pt x="770519" y="137992"/>
                  </a:lnTo>
                  <a:cubicBezTo>
                    <a:pt x="770519" y="164357"/>
                    <a:pt x="749146" y="185729"/>
                    <a:pt x="722782" y="185729"/>
                  </a:cubicBezTo>
                  <a:lnTo>
                    <a:pt x="47737" y="185729"/>
                  </a:lnTo>
                  <a:cubicBezTo>
                    <a:pt x="21372" y="185729"/>
                    <a:pt x="0" y="164357"/>
                    <a:pt x="0" y="137992"/>
                  </a:cubicBezTo>
                  <a:lnTo>
                    <a:pt x="0" y="47737"/>
                  </a:lnTo>
                  <a:cubicBezTo>
                    <a:pt x="0" y="21372"/>
                    <a:pt x="21372" y="0"/>
                    <a:pt x="477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dash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795861" y="2146876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WorkflowOrchestrator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846338" y="3521438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EngineMediator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817233" y="4974721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AssignmentStrategy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61377" y="6320902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RoleBasedStrategy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03591" y="6320902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LeastLoadedStrategy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26929" y="6335528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MostExperiencedStrategy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98150" y="3521438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WorkflowComponent</a:t>
            </a:r>
          </a:p>
        </p:txBody>
      </p:sp>
      <p:sp>
        <p:nvSpPr>
          <p:cNvPr name="AutoShape 37" id="37"/>
          <p:cNvSpPr/>
          <p:nvPr/>
        </p:nvSpPr>
        <p:spPr>
          <a:xfrm flipV="true">
            <a:off x="10796872" y="2799326"/>
            <a:ext cx="1120280" cy="709990"/>
          </a:xfrm>
          <a:prstGeom prst="line">
            <a:avLst/>
          </a:prstGeom>
          <a:ln cap="flat" w="38100">
            <a:solidFill>
              <a:srgbClr val="B4B4B4"/>
            </a:solidFill>
            <a:prstDash val="sysDot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 flipH="true" flipV="true">
            <a:off x="13217813" y="2799326"/>
            <a:ext cx="1696010" cy="70999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9" id="39"/>
          <p:cNvSpPr/>
          <p:nvPr/>
        </p:nvSpPr>
        <p:spPr>
          <a:xfrm>
            <a:off x="10796872" y="4173888"/>
            <a:ext cx="0" cy="755946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 flipV="true">
            <a:off x="8408664" y="5594406"/>
            <a:ext cx="1912223" cy="729001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1" id="41"/>
          <p:cNvSpPr/>
          <p:nvPr/>
        </p:nvSpPr>
        <p:spPr>
          <a:xfrm flipH="true" flipV="true">
            <a:off x="10796872" y="5594406"/>
            <a:ext cx="584475" cy="714375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 flipH="true" flipV="true">
            <a:off x="11838744" y="5594406"/>
            <a:ext cx="2676012" cy="714375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3" id="43"/>
          <p:cNvSpPr txBox="true"/>
          <p:nvPr/>
        </p:nvSpPr>
        <p:spPr>
          <a:xfrm rot="0">
            <a:off x="9497080" y="4192938"/>
            <a:ext cx="3901070" cy="40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</a:pPr>
            <a:r>
              <a:rPr lang="en-US" sz="16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assigns with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217813" y="2872254"/>
            <a:ext cx="3901070" cy="40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</a:pPr>
            <a:r>
              <a:rPr lang="en-US" sz="16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reports events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88976" y="3452155"/>
            <a:ext cx="5958101" cy="117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Actions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1932" y="4704125"/>
            <a:ext cx="6182841" cy="64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771" spc="-19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Command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36691" y="1825984"/>
            <a:ext cx="2392970" cy="576811"/>
            <a:chOff x="0" y="0"/>
            <a:chExt cx="770519" cy="185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55000" y="0"/>
                  </a:moveTo>
                  <a:lnTo>
                    <a:pt x="715519" y="0"/>
                  </a:lnTo>
                  <a:cubicBezTo>
                    <a:pt x="730106" y="0"/>
                    <a:pt x="744095" y="5795"/>
                    <a:pt x="754410" y="16109"/>
                  </a:cubicBezTo>
                  <a:cubicBezTo>
                    <a:pt x="764724" y="26423"/>
                    <a:pt x="770519" y="40413"/>
                    <a:pt x="770519" y="55000"/>
                  </a:cubicBezTo>
                  <a:lnTo>
                    <a:pt x="770519" y="130729"/>
                  </a:lnTo>
                  <a:cubicBezTo>
                    <a:pt x="770519" y="145316"/>
                    <a:pt x="764724" y="159306"/>
                    <a:pt x="754410" y="169620"/>
                  </a:cubicBezTo>
                  <a:cubicBezTo>
                    <a:pt x="744095" y="179934"/>
                    <a:pt x="730106" y="185729"/>
                    <a:pt x="715519" y="185729"/>
                  </a:cubicBezTo>
                  <a:lnTo>
                    <a:pt x="55000" y="185729"/>
                  </a:lnTo>
                  <a:cubicBezTo>
                    <a:pt x="40413" y="185729"/>
                    <a:pt x="26423" y="179934"/>
                    <a:pt x="16109" y="169620"/>
                  </a:cubicBezTo>
                  <a:cubicBezTo>
                    <a:pt x="5795" y="159306"/>
                    <a:pt x="0" y="145316"/>
                    <a:pt x="0" y="130729"/>
                  </a:cubicBezTo>
                  <a:lnTo>
                    <a:pt x="0" y="55000"/>
                  </a:lnTo>
                  <a:cubicBezTo>
                    <a:pt x="0" y="40413"/>
                    <a:pt x="5795" y="26423"/>
                    <a:pt x="16109" y="16109"/>
                  </a:cubicBezTo>
                  <a:cubicBezTo>
                    <a:pt x="26423" y="5795"/>
                    <a:pt x="40413" y="0"/>
                    <a:pt x="55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36691" y="2858451"/>
            <a:ext cx="2392970" cy="576811"/>
            <a:chOff x="0" y="0"/>
            <a:chExt cx="770519" cy="1857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55000" y="0"/>
                  </a:moveTo>
                  <a:lnTo>
                    <a:pt x="715519" y="0"/>
                  </a:lnTo>
                  <a:cubicBezTo>
                    <a:pt x="730106" y="0"/>
                    <a:pt x="744095" y="5795"/>
                    <a:pt x="754410" y="16109"/>
                  </a:cubicBezTo>
                  <a:cubicBezTo>
                    <a:pt x="764724" y="26423"/>
                    <a:pt x="770519" y="40413"/>
                    <a:pt x="770519" y="55000"/>
                  </a:cubicBezTo>
                  <a:lnTo>
                    <a:pt x="770519" y="130729"/>
                  </a:lnTo>
                  <a:cubicBezTo>
                    <a:pt x="770519" y="145316"/>
                    <a:pt x="764724" y="159306"/>
                    <a:pt x="754410" y="169620"/>
                  </a:cubicBezTo>
                  <a:cubicBezTo>
                    <a:pt x="744095" y="179934"/>
                    <a:pt x="730106" y="185729"/>
                    <a:pt x="715519" y="185729"/>
                  </a:cubicBezTo>
                  <a:lnTo>
                    <a:pt x="55000" y="185729"/>
                  </a:lnTo>
                  <a:cubicBezTo>
                    <a:pt x="40413" y="185729"/>
                    <a:pt x="26423" y="179934"/>
                    <a:pt x="16109" y="169620"/>
                  </a:cubicBezTo>
                  <a:cubicBezTo>
                    <a:pt x="5795" y="159306"/>
                    <a:pt x="0" y="145316"/>
                    <a:pt x="0" y="130729"/>
                  </a:cubicBezTo>
                  <a:lnTo>
                    <a:pt x="0" y="55000"/>
                  </a:lnTo>
                  <a:cubicBezTo>
                    <a:pt x="0" y="40413"/>
                    <a:pt x="5795" y="26423"/>
                    <a:pt x="16109" y="16109"/>
                  </a:cubicBezTo>
                  <a:cubicBezTo>
                    <a:pt x="26423" y="5795"/>
                    <a:pt x="40413" y="0"/>
                    <a:pt x="55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836691" y="3878314"/>
            <a:ext cx="2392970" cy="576811"/>
            <a:chOff x="0" y="0"/>
            <a:chExt cx="770519" cy="1857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55000" y="0"/>
                  </a:moveTo>
                  <a:lnTo>
                    <a:pt x="715519" y="0"/>
                  </a:lnTo>
                  <a:cubicBezTo>
                    <a:pt x="730106" y="0"/>
                    <a:pt x="744095" y="5795"/>
                    <a:pt x="754410" y="16109"/>
                  </a:cubicBezTo>
                  <a:cubicBezTo>
                    <a:pt x="764724" y="26423"/>
                    <a:pt x="770519" y="40413"/>
                    <a:pt x="770519" y="55000"/>
                  </a:cubicBezTo>
                  <a:lnTo>
                    <a:pt x="770519" y="130729"/>
                  </a:lnTo>
                  <a:cubicBezTo>
                    <a:pt x="770519" y="145316"/>
                    <a:pt x="764724" y="159306"/>
                    <a:pt x="754410" y="169620"/>
                  </a:cubicBezTo>
                  <a:cubicBezTo>
                    <a:pt x="744095" y="179934"/>
                    <a:pt x="730106" y="185729"/>
                    <a:pt x="715519" y="185729"/>
                  </a:cubicBezTo>
                  <a:lnTo>
                    <a:pt x="55000" y="185729"/>
                  </a:lnTo>
                  <a:cubicBezTo>
                    <a:pt x="40413" y="185729"/>
                    <a:pt x="26423" y="179934"/>
                    <a:pt x="16109" y="169620"/>
                  </a:cubicBezTo>
                  <a:cubicBezTo>
                    <a:pt x="5795" y="159306"/>
                    <a:pt x="0" y="145316"/>
                    <a:pt x="0" y="130729"/>
                  </a:cubicBezTo>
                  <a:lnTo>
                    <a:pt x="0" y="55000"/>
                  </a:lnTo>
                  <a:cubicBezTo>
                    <a:pt x="0" y="40413"/>
                    <a:pt x="5795" y="26423"/>
                    <a:pt x="16109" y="16109"/>
                  </a:cubicBezTo>
                  <a:cubicBezTo>
                    <a:pt x="26423" y="5795"/>
                    <a:pt x="40413" y="0"/>
                    <a:pt x="55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380239" y="5255225"/>
            <a:ext cx="2226317" cy="612114"/>
            <a:chOff x="0" y="0"/>
            <a:chExt cx="675514" cy="1857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59117" y="0"/>
                  </a:moveTo>
                  <a:lnTo>
                    <a:pt x="616397" y="0"/>
                  </a:lnTo>
                  <a:cubicBezTo>
                    <a:pt x="632076" y="0"/>
                    <a:pt x="647112" y="6228"/>
                    <a:pt x="658199" y="17315"/>
                  </a:cubicBezTo>
                  <a:cubicBezTo>
                    <a:pt x="669285" y="28401"/>
                    <a:pt x="675514" y="43438"/>
                    <a:pt x="675514" y="59117"/>
                  </a:cubicBezTo>
                  <a:lnTo>
                    <a:pt x="675514" y="126612"/>
                  </a:lnTo>
                  <a:cubicBezTo>
                    <a:pt x="675514" y="142291"/>
                    <a:pt x="669285" y="157328"/>
                    <a:pt x="658199" y="168414"/>
                  </a:cubicBezTo>
                  <a:cubicBezTo>
                    <a:pt x="647112" y="179501"/>
                    <a:pt x="632076" y="185729"/>
                    <a:pt x="616397" y="185729"/>
                  </a:cubicBezTo>
                  <a:lnTo>
                    <a:pt x="59117" y="185729"/>
                  </a:lnTo>
                  <a:cubicBezTo>
                    <a:pt x="43438" y="185729"/>
                    <a:pt x="28401" y="179501"/>
                    <a:pt x="17315" y="168414"/>
                  </a:cubicBezTo>
                  <a:cubicBezTo>
                    <a:pt x="6228" y="157328"/>
                    <a:pt x="0" y="142291"/>
                    <a:pt x="0" y="126612"/>
                  </a:cubicBezTo>
                  <a:lnTo>
                    <a:pt x="0" y="59117"/>
                  </a:lnTo>
                  <a:cubicBezTo>
                    <a:pt x="0" y="43438"/>
                    <a:pt x="6228" y="28401"/>
                    <a:pt x="17315" y="17315"/>
                  </a:cubicBezTo>
                  <a:cubicBezTo>
                    <a:pt x="28401" y="6228"/>
                    <a:pt x="43438" y="0"/>
                    <a:pt x="591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739621" y="5255225"/>
            <a:ext cx="2226317" cy="612114"/>
            <a:chOff x="0" y="0"/>
            <a:chExt cx="675514" cy="1857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59117" y="0"/>
                  </a:moveTo>
                  <a:lnTo>
                    <a:pt x="616397" y="0"/>
                  </a:lnTo>
                  <a:cubicBezTo>
                    <a:pt x="632076" y="0"/>
                    <a:pt x="647112" y="6228"/>
                    <a:pt x="658199" y="17315"/>
                  </a:cubicBezTo>
                  <a:cubicBezTo>
                    <a:pt x="669285" y="28401"/>
                    <a:pt x="675514" y="43438"/>
                    <a:pt x="675514" y="59117"/>
                  </a:cubicBezTo>
                  <a:lnTo>
                    <a:pt x="675514" y="126612"/>
                  </a:lnTo>
                  <a:cubicBezTo>
                    <a:pt x="675514" y="142291"/>
                    <a:pt x="669285" y="157328"/>
                    <a:pt x="658199" y="168414"/>
                  </a:cubicBezTo>
                  <a:cubicBezTo>
                    <a:pt x="647112" y="179501"/>
                    <a:pt x="632076" y="185729"/>
                    <a:pt x="616397" y="185729"/>
                  </a:cubicBezTo>
                  <a:lnTo>
                    <a:pt x="59117" y="185729"/>
                  </a:lnTo>
                  <a:cubicBezTo>
                    <a:pt x="43438" y="185729"/>
                    <a:pt x="28401" y="179501"/>
                    <a:pt x="17315" y="168414"/>
                  </a:cubicBezTo>
                  <a:cubicBezTo>
                    <a:pt x="6228" y="157328"/>
                    <a:pt x="0" y="142291"/>
                    <a:pt x="0" y="126612"/>
                  </a:cubicBezTo>
                  <a:lnTo>
                    <a:pt x="0" y="59117"/>
                  </a:lnTo>
                  <a:cubicBezTo>
                    <a:pt x="0" y="43438"/>
                    <a:pt x="6228" y="28401"/>
                    <a:pt x="17315" y="17315"/>
                  </a:cubicBezTo>
                  <a:cubicBezTo>
                    <a:pt x="28401" y="6228"/>
                    <a:pt x="43438" y="0"/>
                    <a:pt x="591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97535" y="5255225"/>
            <a:ext cx="2226317" cy="612114"/>
            <a:chOff x="0" y="0"/>
            <a:chExt cx="675514" cy="1857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59117" y="0"/>
                  </a:moveTo>
                  <a:lnTo>
                    <a:pt x="616397" y="0"/>
                  </a:lnTo>
                  <a:cubicBezTo>
                    <a:pt x="632076" y="0"/>
                    <a:pt x="647112" y="6228"/>
                    <a:pt x="658199" y="17315"/>
                  </a:cubicBezTo>
                  <a:cubicBezTo>
                    <a:pt x="669285" y="28401"/>
                    <a:pt x="675514" y="43438"/>
                    <a:pt x="675514" y="59117"/>
                  </a:cubicBezTo>
                  <a:lnTo>
                    <a:pt x="675514" y="126612"/>
                  </a:lnTo>
                  <a:cubicBezTo>
                    <a:pt x="675514" y="142291"/>
                    <a:pt x="669285" y="157328"/>
                    <a:pt x="658199" y="168414"/>
                  </a:cubicBezTo>
                  <a:cubicBezTo>
                    <a:pt x="647112" y="179501"/>
                    <a:pt x="632076" y="185729"/>
                    <a:pt x="616397" y="185729"/>
                  </a:cubicBezTo>
                  <a:lnTo>
                    <a:pt x="59117" y="185729"/>
                  </a:lnTo>
                  <a:cubicBezTo>
                    <a:pt x="43438" y="185729"/>
                    <a:pt x="28401" y="179501"/>
                    <a:pt x="17315" y="168414"/>
                  </a:cubicBezTo>
                  <a:cubicBezTo>
                    <a:pt x="6228" y="157328"/>
                    <a:pt x="0" y="142291"/>
                    <a:pt x="0" y="126612"/>
                  </a:cubicBezTo>
                  <a:lnTo>
                    <a:pt x="0" y="59117"/>
                  </a:lnTo>
                  <a:cubicBezTo>
                    <a:pt x="0" y="43438"/>
                    <a:pt x="6228" y="28401"/>
                    <a:pt x="17315" y="17315"/>
                  </a:cubicBezTo>
                  <a:cubicBezTo>
                    <a:pt x="28401" y="6228"/>
                    <a:pt x="43438" y="0"/>
                    <a:pt x="591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455449" y="5255225"/>
            <a:ext cx="2226317" cy="612114"/>
            <a:chOff x="0" y="0"/>
            <a:chExt cx="675514" cy="1857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59117" y="0"/>
                  </a:moveTo>
                  <a:lnTo>
                    <a:pt x="616397" y="0"/>
                  </a:lnTo>
                  <a:cubicBezTo>
                    <a:pt x="632076" y="0"/>
                    <a:pt x="647112" y="6228"/>
                    <a:pt x="658199" y="17315"/>
                  </a:cubicBezTo>
                  <a:cubicBezTo>
                    <a:pt x="669285" y="28401"/>
                    <a:pt x="675514" y="43438"/>
                    <a:pt x="675514" y="59117"/>
                  </a:cubicBezTo>
                  <a:lnTo>
                    <a:pt x="675514" y="126612"/>
                  </a:lnTo>
                  <a:cubicBezTo>
                    <a:pt x="675514" y="142291"/>
                    <a:pt x="669285" y="157328"/>
                    <a:pt x="658199" y="168414"/>
                  </a:cubicBezTo>
                  <a:cubicBezTo>
                    <a:pt x="647112" y="179501"/>
                    <a:pt x="632076" y="185729"/>
                    <a:pt x="616397" y="185729"/>
                  </a:cubicBezTo>
                  <a:lnTo>
                    <a:pt x="59117" y="185729"/>
                  </a:lnTo>
                  <a:cubicBezTo>
                    <a:pt x="43438" y="185729"/>
                    <a:pt x="28401" y="179501"/>
                    <a:pt x="17315" y="168414"/>
                  </a:cubicBezTo>
                  <a:cubicBezTo>
                    <a:pt x="6228" y="157328"/>
                    <a:pt x="0" y="142291"/>
                    <a:pt x="0" y="126612"/>
                  </a:cubicBezTo>
                  <a:lnTo>
                    <a:pt x="0" y="59117"/>
                  </a:lnTo>
                  <a:cubicBezTo>
                    <a:pt x="0" y="43438"/>
                    <a:pt x="6228" y="28401"/>
                    <a:pt x="17315" y="17315"/>
                  </a:cubicBezTo>
                  <a:cubicBezTo>
                    <a:pt x="28401" y="6228"/>
                    <a:pt x="43438" y="0"/>
                    <a:pt x="591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813363" y="5255225"/>
            <a:ext cx="2226317" cy="612114"/>
            <a:chOff x="0" y="0"/>
            <a:chExt cx="675514" cy="1857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59117" y="0"/>
                  </a:moveTo>
                  <a:lnTo>
                    <a:pt x="616397" y="0"/>
                  </a:lnTo>
                  <a:cubicBezTo>
                    <a:pt x="632076" y="0"/>
                    <a:pt x="647112" y="6228"/>
                    <a:pt x="658199" y="17315"/>
                  </a:cubicBezTo>
                  <a:cubicBezTo>
                    <a:pt x="669285" y="28401"/>
                    <a:pt x="675514" y="43438"/>
                    <a:pt x="675514" y="59117"/>
                  </a:cubicBezTo>
                  <a:lnTo>
                    <a:pt x="675514" y="126612"/>
                  </a:lnTo>
                  <a:cubicBezTo>
                    <a:pt x="675514" y="142291"/>
                    <a:pt x="669285" y="157328"/>
                    <a:pt x="658199" y="168414"/>
                  </a:cubicBezTo>
                  <a:cubicBezTo>
                    <a:pt x="647112" y="179501"/>
                    <a:pt x="632076" y="185729"/>
                    <a:pt x="616397" y="185729"/>
                  </a:cubicBezTo>
                  <a:lnTo>
                    <a:pt x="59117" y="185729"/>
                  </a:lnTo>
                  <a:cubicBezTo>
                    <a:pt x="43438" y="185729"/>
                    <a:pt x="28401" y="179501"/>
                    <a:pt x="17315" y="168414"/>
                  </a:cubicBezTo>
                  <a:cubicBezTo>
                    <a:pt x="6228" y="157328"/>
                    <a:pt x="0" y="142291"/>
                    <a:pt x="0" y="126612"/>
                  </a:cubicBezTo>
                  <a:lnTo>
                    <a:pt x="0" y="59117"/>
                  </a:lnTo>
                  <a:cubicBezTo>
                    <a:pt x="0" y="43438"/>
                    <a:pt x="6228" y="28401"/>
                    <a:pt x="17315" y="17315"/>
                  </a:cubicBezTo>
                  <a:cubicBezTo>
                    <a:pt x="28401" y="6228"/>
                    <a:pt x="43438" y="0"/>
                    <a:pt x="591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990140" y="6869589"/>
            <a:ext cx="2007254" cy="551884"/>
            <a:chOff x="0" y="0"/>
            <a:chExt cx="675514" cy="18572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65568" y="0"/>
                  </a:moveTo>
                  <a:lnTo>
                    <a:pt x="609945" y="0"/>
                  </a:lnTo>
                  <a:cubicBezTo>
                    <a:pt x="627335" y="0"/>
                    <a:pt x="644013" y="6908"/>
                    <a:pt x="656309" y="19205"/>
                  </a:cubicBezTo>
                  <a:cubicBezTo>
                    <a:pt x="668606" y="31501"/>
                    <a:pt x="675514" y="48179"/>
                    <a:pt x="675514" y="65568"/>
                  </a:cubicBezTo>
                  <a:lnTo>
                    <a:pt x="675514" y="120161"/>
                  </a:lnTo>
                  <a:cubicBezTo>
                    <a:pt x="675514" y="156373"/>
                    <a:pt x="646158" y="185729"/>
                    <a:pt x="609945" y="185729"/>
                  </a:cubicBezTo>
                  <a:lnTo>
                    <a:pt x="65568" y="185729"/>
                  </a:lnTo>
                  <a:cubicBezTo>
                    <a:pt x="29356" y="185729"/>
                    <a:pt x="0" y="156373"/>
                    <a:pt x="0" y="120161"/>
                  </a:cubicBezTo>
                  <a:lnTo>
                    <a:pt x="0" y="65568"/>
                  </a:lnTo>
                  <a:cubicBezTo>
                    <a:pt x="0" y="29356"/>
                    <a:pt x="29356" y="0"/>
                    <a:pt x="655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112764" y="6869589"/>
            <a:ext cx="2007254" cy="551884"/>
            <a:chOff x="0" y="0"/>
            <a:chExt cx="675514" cy="18572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65568" y="0"/>
                  </a:moveTo>
                  <a:lnTo>
                    <a:pt x="609945" y="0"/>
                  </a:lnTo>
                  <a:cubicBezTo>
                    <a:pt x="627335" y="0"/>
                    <a:pt x="644013" y="6908"/>
                    <a:pt x="656309" y="19205"/>
                  </a:cubicBezTo>
                  <a:cubicBezTo>
                    <a:pt x="668606" y="31501"/>
                    <a:pt x="675514" y="48179"/>
                    <a:pt x="675514" y="65568"/>
                  </a:cubicBezTo>
                  <a:lnTo>
                    <a:pt x="675514" y="120161"/>
                  </a:lnTo>
                  <a:cubicBezTo>
                    <a:pt x="675514" y="156373"/>
                    <a:pt x="646158" y="185729"/>
                    <a:pt x="609945" y="185729"/>
                  </a:cubicBezTo>
                  <a:lnTo>
                    <a:pt x="65568" y="185729"/>
                  </a:lnTo>
                  <a:cubicBezTo>
                    <a:pt x="29356" y="185729"/>
                    <a:pt x="0" y="156373"/>
                    <a:pt x="0" y="120161"/>
                  </a:cubicBezTo>
                  <a:lnTo>
                    <a:pt x="0" y="65568"/>
                  </a:lnTo>
                  <a:cubicBezTo>
                    <a:pt x="0" y="29356"/>
                    <a:pt x="29356" y="0"/>
                    <a:pt x="655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238667" y="6869589"/>
            <a:ext cx="2007254" cy="551884"/>
            <a:chOff x="0" y="0"/>
            <a:chExt cx="675514" cy="1857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65568" y="0"/>
                  </a:moveTo>
                  <a:lnTo>
                    <a:pt x="609945" y="0"/>
                  </a:lnTo>
                  <a:cubicBezTo>
                    <a:pt x="627335" y="0"/>
                    <a:pt x="644013" y="6908"/>
                    <a:pt x="656309" y="19205"/>
                  </a:cubicBezTo>
                  <a:cubicBezTo>
                    <a:pt x="668606" y="31501"/>
                    <a:pt x="675514" y="48179"/>
                    <a:pt x="675514" y="65568"/>
                  </a:cubicBezTo>
                  <a:lnTo>
                    <a:pt x="675514" y="120161"/>
                  </a:lnTo>
                  <a:cubicBezTo>
                    <a:pt x="675514" y="156373"/>
                    <a:pt x="646158" y="185729"/>
                    <a:pt x="609945" y="185729"/>
                  </a:cubicBezTo>
                  <a:lnTo>
                    <a:pt x="65568" y="185729"/>
                  </a:lnTo>
                  <a:cubicBezTo>
                    <a:pt x="29356" y="185729"/>
                    <a:pt x="0" y="156373"/>
                    <a:pt x="0" y="120161"/>
                  </a:cubicBezTo>
                  <a:lnTo>
                    <a:pt x="0" y="65568"/>
                  </a:lnTo>
                  <a:cubicBezTo>
                    <a:pt x="0" y="29356"/>
                    <a:pt x="29356" y="0"/>
                    <a:pt x="655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364570" y="6869589"/>
            <a:ext cx="2007254" cy="551884"/>
            <a:chOff x="0" y="0"/>
            <a:chExt cx="675514" cy="1857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65568" y="0"/>
                  </a:moveTo>
                  <a:lnTo>
                    <a:pt x="609945" y="0"/>
                  </a:lnTo>
                  <a:cubicBezTo>
                    <a:pt x="627335" y="0"/>
                    <a:pt x="644013" y="6908"/>
                    <a:pt x="656309" y="19205"/>
                  </a:cubicBezTo>
                  <a:cubicBezTo>
                    <a:pt x="668606" y="31501"/>
                    <a:pt x="675514" y="48179"/>
                    <a:pt x="675514" y="65568"/>
                  </a:cubicBezTo>
                  <a:lnTo>
                    <a:pt x="675514" y="120161"/>
                  </a:lnTo>
                  <a:cubicBezTo>
                    <a:pt x="675514" y="156373"/>
                    <a:pt x="646158" y="185729"/>
                    <a:pt x="609945" y="185729"/>
                  </a:cubicBezTo>
                  <a:lnTo>
                    <a:pt x="65568" y="185729"/>
                  </a:lnTo>
                  <a:cubicBezTo>
                    <a:pt x="29356" y="185729"/>
                    <a:pt x="0" y="156373"/>
                    <a:pt x="0" y="120161"/>
                  </a:cubicBezTo>
                  <a:lnTo>
                    <a:pt x="0" y="65568"/>
                  </a:lnTo>
                  <a:cubicBezTo>
                    <a:pt x="0" y="29356"/>
                    <a:pt x="29356" y="0"/>
                    <a:pt x="655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082641" y="1794225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EngineMediator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993882" y="2820390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CommandHistory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082641" y="3846555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Command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542862" y="5198673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MacroCommand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902245" y="5271060"/>
            <a:ext cx="3901070" cy="35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9"/>
              </a:lnSpc>
            </a:pPr>
            <a:r>
              <a:rPr lang="en-US" sz="14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StateTransitionCommand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295386" y="5279215"/>
            <a:ext cx="3901070" cy="40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</a:pPr>
            <a:r>
              <a:rPr lang="en-US" sz="16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AssignTaskCommand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618073" y="5328746"/>
            <a:ext cx="3901070" cy="35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9"/>
              </a:lnSpc>
            </a:pPr>
            <a:r>
              <a:rPr lang="en-US" sz="14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RecordDecisionCommand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975987" y="5210868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SetDataCommand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043233" y="6822929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StartCommand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196466" y="6863464"/>
            <a:ext cx="3901070" cy="40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</a:pPr>
            <a:r>
              <a:rPr lang="en-US" sz="16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CompleteCommand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291759" y="6825367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RejectCommand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417662" y="6819840"/>
            <a:ext cx="3901070" cy="45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18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CancelCommand</a:t>
            </a:r>
          </a:p>
        </p:txBody>
      </p:sp>
      <p:sp>
        <p:nvSpPr>
          <p:cNvPr name="AutoShape 57" id="57"/>
          <p:cNvSpPr/>
          <p:nvPr/>
        </p:nvSpPr>
        <p:spPr>
          <a:xfrm>
            <a:off x="11033175" y="2402795"/>
            <a:ext cx="0" cy="455656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8" id="58"/>
          <p:cNvSpPr/>
          <p:nvPr/>
        </p:nvSpPr>
        <p:spPr>
          <a:xfrm flipV="true">
            <a:off x="11033175" y="3435263"/>
            <a:ext cx="0" cy="443051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59" id="59"/>
          <p:cNvSpPr/>
          <p:nvPr/>
        </p:nvSpPr>
        <p:spPr>
          <a:xfrm flipV="true">
            <a:off x="6493397" y="4305909"/>
            <a:ext cx="3343293" cy="949316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0" id="60"/>
          <p:cNvSpPr/>
          <p:nvPr/>
        </p:nvSpPr>
        <p:spPr>
          <a:xfrm flipV="true">
            <a:off x="8484421" y="4453916"/>
            <a:ext cx="1494309" cy="801309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1" id="61"/>
          <p:cNvSpPr/>
          <p:nvPr/>
        </p:nvSpPr>
        <p:spPr>
          <a:xfrm flipH="true" flipV="true">
            <a:off x="10803314" y="4455125"/>
            <a:ext cx="45944" cy="80010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2" id="62"/>
          <p:cNvSpPr/>
          <p:nvPr/>
        </p:nvSpPr>
        <p:spPr>
          <a:xfrm flipH="true" flipV="true">
            <a:off x="12005834" y="4455125"/>
            <a:ext cx="1562774" cy="80010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3" id="63"/>
          <p:cNvSpPr/>
          <p:nvPr/>
        </p:nvSpPr>
        <p:spPr>
          <a:xfrm flipH="true" flipV="true">
            <a:off x="12218698" y="4351888"/>
            <a:ext cx="3707824" cy="903338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4" id="64"/>
          <p:cNvSpPr/>
          <p:nvPr/>
        </p:nvSpPr>
        <p:spPr>
          <a:xfrm flipV="true">
            <a:off x="5809199" y="5867340"/>
            <a:ext cx="2132071" cy="1002249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5" id="65"/>
          <p:cNvSpPr/>
          <p:nvPr/>
        </p:nvSpPr>
        <p:spPr>
          <a:xfrm flipV="true">
            <a:off x="7922772" y="5867340"/>
            <a:ext cx="718700" cy="1002249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6" id="66"/>
          <p:cNvSpPr/>
          <p:nvPr/>
        </p:nvSpPr>
        <p:spPr>
          <a:xfrm flipH="true" flipV="true">
            <a:off x="9052368" y="5867340"/>
            <a:ext cx="969198" cy="1002249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7" id="67"/>
          <p:cNvSpPr/>
          <p:nvPr/>
        </p:nvSpPr>
        <p:spPr>
          <a:xfrm flipH="true" flipV="true">
            <a:off x="9581875" y="5867340"/>
            <a:ext cx="2786321" cy="1002249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68" id="68"/>
          <p:cNvSpPr txBox="true"/>
          <p:nvPr/>
        </p:nvSpPr>
        <p:spPr>
          <a:xfrm rot="0">
            <a:off x="9414035" y="3391866"/>
            <a:ext cx="3901070" cy="37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4"/>
              </a:lnSpc>
            </a:pPr>
            <a:r>
              <a:rPr lang="en-US" sz="15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stores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074917" y="2300032"/>
            <a:ext cx="3901070" cy="37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4"/>
              </a:lnSpc>
            </a:pPr>
            <a:r>
              <a:rPr lang="en-US" sz="1526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runs actions through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88976" y="3452155"/>
            <a:ext cx="5958101" cy="229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outside world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8976" y="5947922"/>
            <a:ext cx="6182841" cy="64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771" spc="-19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Adapter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651927" y="2454185"/>
            <a:ext cx="2491783" cy="600630"/>
            <a:chOff x="0" y="0"/>
            <a:chExt cx="770519" cy="185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52819" y="0"/>
                  </a:moveTo>
                  <a:lnTo>
                    <a:pt x="717700" y="0"/>
                  </a:lnTo>
                  <a:cubicBezTo>
                    <a:pt x="746871" y="0"/>
                    <a:pt x="770519" y="23648"/>
                    <a:pt x="770519" y="52819"/>
                  </a:cubicBezTo>
                  <a:lnTo>
                    <a:pt x="770519" y="132910"/>
                  </a:lnTo>
                  <a:cubicBezTo>
                    <a:pt x="770519" y="162081"/>
                    <a:pt x="746871" y="185729"/>
                    <a:pt x="717700" y="185729"/>
                  </a:cubicBezTo>
                  <a:lnTo>
                    <a:pt x="52819" y="185729"/>
                  </a:lnTo>
                  <a:cubicBezTo>
                    <a:pt x="23648" y="185729"/>
                    <a:pt x="0" y="162081"/>
                    <a:pt x="0" y="132910"/>
                  </a:cubicBezTo>
                  <a:lnTo>
                    <a:pt x="0" y="52819"/>
                  </a:lnTo>
                  <a:cubicBezTo>
                    <a:pt x="0" y="23648"/>
                    <a:pt x="23648" y="0"/>
                    <a:pt x="528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651927" y="3529286"/>
            <a:ext cx="2491783" cy="600630"/>
            <a:chOff x="0" y="0"/>
            <a:chExt cx="770519" cy="1857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0519" cy="185729"/>
            </a:xfrm>
            <a:custGeom>
              <a:avLst/>
              <a:gdLst/>
              <a:ahLst/>
              <a:cxnLst/>
              <a:rect r="r" b="b" t="t" l="l"/>
              <a:pathLst>
                <a:path h="185729" w="770519">
                  <a:moveTo>
                    <a:pt x="52819" y="0"/>
                  </a:moveTo>
                  <a:lnTo>
                    <a:pt x="717700" y="0"/>
                  </a:lnTo>
                  <a:cubicBezTo>
                    <a:pt x="746871" y="0"/>
                    <a:pt x="770519" y="23648"/>
                    <a:pt x="770519" y="52819"/>
                  </a:cubicBezTo>
                  <a:lnTo>
                    <a:pt x="770519" y="132910"/>
                  </a:lnTo>
                  <a:cubicBezTo>
                    <a:pt x="770519" y="162081"/>
                    <a:pt x="746871" y="185729"/>
                    <a:pt x="717700" y="185729"/>
                  </a:cubicBezTo>
                  <a:lnTo>
                    <a:pt x="52819" y="185729"/>
                  </a:lnTo>
                  <a:cubicBezTo>
                    <a:pt x="23648" y="185729"/>
                    <a:pt x="0" y="162081"/>
                    <a:pt x="0" y="132910"/>
                  </a:cubicBezTo>
                  <a:lnTo>
                    <a:pt x="0" y="52819"/>
                  </a:lnTo>
                  <a:cubicBezTo>
                    <a:pt x="0" y="23648"/>
                    <a:pt x="23648" y="0"/>
                    <a:pt x="528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70519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079565" y="6290726"/>
            <a:ext cx="2090140" cy="574673"/>
            <a:chOff x="0" y="0"/>
            <a:chExt cx="675514" cy="1857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62968" y="0"/>
                  </a:moveTo>
                  <a:lnTo>
                    <a:pt x="612545" y="0"/>
                  </a:lnTo>
                  <a:cubicBezTo>
                    <a:pt x="629246" y="0"/>
                    <a:pt x="645262" y="6634"/>
                    <a:pt x="657071" y="18443"/>
                  </a:cubicBezTo>
                  <a:cubicBezTo>
                    <a:pt x="668880" y="30252"/>
                    <a:pt x="675514" y="46268"/>
                    <a:pt x="675514" y="62968"/>
                  </a:cubicBezTo>
                  <a:lnTo>
                    <a:pt x="675514" y="122761"/>
                  </a:lnTo>
                  <a:cubicBezTo>
                    <a:pt x="675514" y="157537"/>
                    <a:pt x="647322" y="185729"/>
                    <a:pt x="612545" y="185729"/>
                  </a:cubicBezTo>
                  <a:lnTo>
                    <a:pt x="62968" y="185729"/>
                  </a:lnTo>
                  <a:cubicBezTo>
                    <a:pt x="28192" y="185729"/>
                    <a:pt x="0" y="157537"/>
                    <a:pt x="0" y="122761"/>
                  </a:cubicBezTo>
                  <a:lnTo>
                    <a:pt x="0" y="62968"/>
                  </a:lnTo>
                  <a:cubicBezTo>
                    <a:pt x="0" y="28192"/>
                    <a:pt x="28192" y="0"/>
                    <a:pt x="629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866740" y="2419062"/>
            <a:ext cx="4062157" cy="4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19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EngineMediator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74316" y="3487601"/>
            <a:ext cx="4062157" cy="4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19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DataAdapter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917207" y="4889626"/>
            <a:ext cx="2318248" cy="637390"/>
            <a:chOff x="0" y="0"/>
            <a:chExt cx="675514" cy="1857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56772" y="0"/>
                  </a:moveTo>
                  <a:lnTo>
                    <a:pt x="618741" y="0"/>
                  </a:lnTo>
                  <a:cubicBezTo>
                    <a:pt x="633798" y="0"/>
                    <a:pt x="648239" y="5981"/>
                    <a:pt x="658885" y="16628"/>
                  </a:cubicBezTo>
                  <a:cubicBezTo>
                    <a:pt x="669532" y="27275"/>
                    <a:pt x="675514" y="41715"/>
                    <a:pt x="675514" y="56772"/>
                  </a:cubicBezTo>
                  <a:lnTo>
                    <a:pt x="675514" y="128957"/>
                  </a:lnTo>
                  <a:cubicBezTo>
                    <a:pt x="675514" y="144014"/>
                    <a:pt x="669532" y="158454"/>
                    <a:pt x="658885" y="169101"/>
                  </a:cubicBezTo>
                  <a:cubicBezTo>
                    <a:pt x="648239" y="179748"/>
                    <a:pt x="633798" y="185729"/>
                    <a:pt x="618741" y="185729"/>
                  </a:cubicBezTo>
                  <a:lnTo>
                    <a:pt x="56772" y="185729"/>
                  </a:lnTo>
                  <a:cubicBezTo>
                    <a:pt x="25418" y="185729"/>
                    <a:pt x="0" y="160311"/>
                    <a:pt x="0" y="128957"/>
                  </a:cubicBezTo>
                  <a:lnTo>
                    <a:pt x="0" y="56772"/>
                  </a:lnTo>
                  <a:cubicBezTo>
                    <a:pt x="0" y="41715"/>
                    <a:pt x="5981" y="27275"/>
                    <a:pt x="16628" y="16628"/>
                  </a:cubicBezTo>
                  <a:cubicBezTo>
                    <a:pt x="27275" y="5981"/>
                    <a:pt x="41715" y="0"/>
                    <a:pt x="567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045253" y="4872884"/>
            <a:ext cx="4062157" cy="4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19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HrDataAdapter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1897818" y="3054814"/>
            <a:ext cx="0" cy="474472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5" id="25"/>
          <p:cNvSpPr txBox="true"/>
          <p:nvPr/>
        </p:nvSpPr>
        <p:spPr>
          <a:xfrm rot="0">
            <a:off x="10899991" y="2944576"/>
            <a:ext cx="4062157" cy="39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6"/>
              </a:lnSpc>
            </a:pPr>
            <a:r>
              <a:rPr lang="en-US" sz="158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imports data with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860115" y="4889626"/>
            <a:ext cx="2318248" cy="637390"/>
            <a:chOff x="0" y="0"/>
            <a:chExt cx="675514" cy="1857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56772" y="0"/>
                  </a:moveTo>
                  <a:lnTo>
                    <a:pt x="618741" y="0"/>
                  </a:lnTo>
                  <a:cubicBezTo>
                    <a:pt x="633798" y="0"/>
                    <a:pt x="648239" y="5981"/>
                    <a:pt x="658885" y="16628"/>
                  </a:cubicBezTo>
                  <a:cubicBezTo>
                    <a:pt x="669532" y="27275"/>
                    <a:pt x="675514" y="41715"/>
                    <a:pt x="675514" y="56772"/>
                  </a:cubicBezTo>
                  <a:lnTo>
                    <a:pt x="675514" y="128957"/>
                  </a:lnTo>
                  <a:cubicBezTo>
                    <a:pt x="675514" y="144014"/>
                    <a:pt x="669532" y="158454"/>
                    <a:pt x="658885" y="169101"/>
                  </a:cubicBezTo>
                  <a:cubicBezTo>
                    <a:pt x="648239" y="179748"/>
                    <a:pt x="633798" y="185729"/>
                    <a:pt x="618741" y="185729"/>
                  </a:cubicBezTo>
                  <a:lnTo>
                    <a:pt x="56772" y="185729"/>
                  </a:lnTo>
                  <a:cubicBezTo>
                    <a:pt x="25418" y="185729"/>
                    <a:pt x="0" y="160311"/>
                    <a:pt x="0" y="128957"/>
                  </a:cubicBezTo>
                  <a:lnTo>
                    <a:pt x="0" y="56772"/>
                  </a:lnTo>
                  <a:cubicBezTo>
                    <a:pt x="0" y="41715"/>
                    <a:pt x="5981" y="27275"/>
                    <a:pt x="16628" y="16628"/>
                  </a:cubicBezTo>
                  <a:cubicBezTo>
                    <a:pt x="27275" y="5981"/>
                    <a:pt x="41715" y="0"/>
                    <a:pt x="567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988161" y="4828686"/>
            <a:ext cx="4062157" cy="4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19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ClaimsDataAdapter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803023" y="4889626"/>
            <a:ext cx="2318248" cy="637390"/>
            <a:chOff x="0" y="0"/>
            <a:chExt cx="675514" cy="1857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56772" y="0"/>
                  </a:moveTo>
                  <a:lnTo>
                    <a:pt x="618741" y="0"/>
                  </a:lnTo>
                  <a:cubicBezTo>
                    <a:pt x="633798" y="0"/>
                    <a:pt x="648239" y="5981"/>
                    <a:pt x="658885" y="16628"/>
                  </a:cubicBezTo>
                  <a:cubicBezTo>
                    <a:pt x="669532" y="27275"/>
                    <a:pt x="675514" y="41715"/>
                    <a:pt x="675514" y="56772"/>
                  </a:cubicBezTo>
                  <a:lnTo>
                    <a:pt x="675514" y="128957"/>
                  </a:lnTo>
                  <a:cubicBezTo>
                    <a:pt x="675514" y="144014"/>
                    <a:pt x="669532" y="158454"/>
                    <a:pt x="658885" y="169101"/>
                  </a:cubicBezTo>
                  <a:cubicBezTo>
                    <a:pt x="648239" y="179748"/>
                    <a:pt x="633798" y="185729"/>
                    <a:pt x="618741" y="185729"/>
                  </a:cubicBezTo>
                  <a:lnTo>
                    <a:pt x="56772" y="185729"/>
                  </a:lnTo>
                  <a:cubicBezTo>
                    <a:pt x="25418" y="185729"/>
                    <a:pt x="0" y="160311"/>
                    <a:pt x="0" y="128957"/>
                  </a:cubicBezTo>
                  <a:lnTo>
                    <a:pt x="0" y="56772"/>
                  </a:lnTo>
                  <a:cubicBezTo>
                    <a:pt x="0" y="41715"/>
                    <a:pt x="5981" y="27275"/>
                    <a:pt x="16628" y="16628"/>
                  </a:cubicBezTo>
                  <a:cubicBezTo>
                    <a:pt x="27275" y="5981"/>
                    <a:pt x="41715" y="0"/>
                    <a:pt x="567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931069" y="4828686"/>
            <a:ext cx="4062157" cy="4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19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ReturnsDataAdapter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93557" y="6238790"/>
            <a:ext cx="4062157" cy="4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19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LegacyHrSystem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974169" y="6286890"/>
            <a:ext cx="2090140" cy="574673"/>
            <a:chOff x="0" y="0"/>
            <a:chExt cx="675514" cy="1857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62968" y="0"/>
                  </a:moveTo>
                  <a:lnTo>
                    <a:pt x="612545" y="0"/>
                  </a:lnTo>
                  <a:cubicBezTo>
                    <a:pt x="629246" y="0"/>
                    <a:pt x="645262" y="6634"/>
                    <a:pt x="657071" y="18443"/>
                  </a:cubicBezTo>
                  <a:cubicBezTo>
                    <a:pt x="668880" y="30252"/>
                    <a:pt x="675514" y="46268"/>
                    <a:pt x="675514" y="62968"/>
                  </a:cubicBezTo>
                  <a:lnTo>
                    <a:pt x="675514" y="122761"/>
                  </a:lnTo>
                  <a:cubicBezTo>
                    <a:pt x="675514" y="157537"/>
                    <a:pt x="647322" y="185729"/>
                    <a:pt x="612545" y="185729"/>
                  </a:cubicBezTo>
                  <a:lnTo>
                    <a:pt x="62968" y="185729"/>
                  </a:lnTo>
                  <a:cubicBezTo>
                    <a:pt x="28192" y="185729"/>
                    <a:pt x="0" y="157537"/>
                    <a:pt x="0" y="122761"/>
                  </a:cubicBezTo>
                  <a:lnTo>
                    <a:pt x="0" y="62968"/>
                  </a:lnTo>
                  <a:cubicBezTo>
                    <a:pt x="0" y="28192"/>
                    <a:pt x="28192" y="0"/>
                    <a:pt x="629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988161" y="6234953"/>
            <a:ext cx="4062157" cy="4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19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ClaimsSystem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3917078" y="6290726"/>
            <a:ext cx="2090140" cy="574673"/>
            <a:chOff x="0" y="0"/>
            <a:chExt cx="675514" cy="1857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5514" cy="185729"/>
            </a:xfrm>
            <a:custGeom>
              <a:avLst/>
              <a:gdLst/>
              <a:ahLst/>
              <a:cxnLst/>
              <a:rect r="r" b="b" t="t" l="l"/>
              <a:pathLst>
                <a:path h="185729" w="675514">
                  <a:moveTo>
                    <a:pt x="62968" y="0"/>
                  </a:moveTo>
                  <a:lnTo>
                    <a:pt x="612545" y="0"/>
                  </a:lnTo>
                  <a:cubicBezTo>
                    <a:pt x="629246" y="0"/>
                    <a:pt x="645262" y="6634"/>
                    <a:pt x="657071" y="18443"/>
                  </a:cubicBezTo>
                  <a:cubicBezTo>
                    <a:pt x="668880" y="30252"/>
                    <a:pt x="675514" y="46268"/>
                    <a:pt x="675514" y="62968"/>
                  </a:cubicBezTo>
                  <a:lnTo>
                    <a:pt x="675514" y="122761"/>
                  </a:lnTo>
                  <a:cubicBezTo>
                    <a:pt x="675514" y="157537"/>
                    <a:pt x="647322" y="185729"/>
                    <a:pt x="612545" y="185729"/>
                  </a:cubicBezTo>
                  <a:lnTo>
                    <a:pt x="62968" y="185729"/>
                  </a:lnTo>
                  <a:cubicBezTo>
                    <a:pt x="28192" y="185729"/>
                    <a:pt x="0" y="157537"/>
                    <a:pt x="0" y="122761"/>
                  </a:cubicBezTo>
                  <a:lnTo>
                    <a:pt x="0" y="62968"/>
                  </a:lnTo>
                  <a:cubicBezTo>
                    <a:pt x="0" y="28192"/>
                    <a:pt x="28192" y="0"/>
                    <a:pt x="629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68FF">
                    <a:alpha val="25000"/>
                  </a:srgbClr>
                </a:gs>
                <a:gs pos="100000">
                  <a:srgbClr val="6E0CBB">
                    <a:alpha val="25000"/>
                  </a:srgbClr>
                </a:gs>
              </a:gsLst>
              <a:lin ang="2700000"/>
            </a:gradFill>
            <a:ln w="28575" cap="sq">
              <a:solidFill>
                <a:srgbClr val="FFFFF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675514" cy="24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931069" y="6238790"/>
            <a:ext cx="4062157" cy="48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19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ReturnsSystem</a:t>
            </a:r>
          </a:p>
        </p:txBody>
      </p:sp>
      <p:sp>
        <p:nvSpPr>
          <p:cNvPr name="AutoShape 43" id="43"/>
          <p:cNvSpPr/>
          <p:nvPr/>
        </p:nvSpPr>
        <p:spPr>
          <a:xfrm flipV="true">
            <a:off x="9076331" y="4129915"/>
            <a:ext cx="2120269" cy="75971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4" id="44"/>
          <p:cNvSpPr/>
          <p:nvPr/>
        </p:nvSpPr>
        <p:spPr>
          <a:xfrm flipV="true">
            <a:off x="11854523" y="4129915"/>
            <a:ext cx="43295" cy="75971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5" id="45"/>
          <p:cNvSpPr/>
          <p:nvPr/>
        </p:nvSpPr>
        <p:spPr>
          <a:xfrm flipH="true" flipV="true">
            <a:off x="12755834" y="4129915"/>
            <a:ext cx="2206314" cy="75971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6" id="46"/>
          <p:cNvSpPr/>
          <p:nvPr/>
        </p:nvSpPr>
        <p:spPr>
          <a:xfrm flipH="true" flipV="true">
            <a:off x="9076331" y="5527016"/>
            <a:ext cx="48304" cy="76371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47" id="47"/>
          <p:cNvSpPr/>
          <p:nvPr/>
        </p:nvSpPr>
        <p:spPr>
          <a:xfrm flipH="true" flipV="true">
            <a:off x="11971272" y="5552512"/>
            <a:ext cx="47967" cy="734378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48" id="48"/>
          <p:cNvSpPr/>
          <p:nvPr/>
        </p:nvSpPr>
        <p:spPr>
          <a:xfrm flipH="true" flipV="true">
            <a:off x="14942364" y="5528465"/>
            <a:ext cx="19784" cy="762262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TextBox 49" id="49"/>
          <p:cNvSpPr txBox="true"/>
          <p:nvPr/>
        </p:nvSpPr>
        <p:spPr>
          <a:xfrm rot="0">
            <a:off x="7586189" y="5627859"/>
            <a:ext cx="4062157" cy="39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6"/>
              </a:lnSpc>
            </a:pPr>
            <a:r>
              <a:rPr lang="en-US" sz="158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wraps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361276" y="5627859"/>
            <a:ext cx="4062157" cy="39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6"/>
              </a:lnSpc>
            </a:pPr>
            <a:r>
              <a:rPr lang="en-US" sz="158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wraps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377825" y="5627859"/>
            <a:ext cx="4062157" cy="39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6"/>
              </a:lnSpc>
            </a:pPr>
            <a:r>
              <a:rPr lang="en-US" sz="158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wraps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26535" y="5497378"/>
            <a:ext cx="7170080" cy="229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One engine, two workflows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36851" y="1198869"/>
            <a:ext cx="4054541" cy="55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6"/>
              </a:lnSpc>
            </a:pPr>
            <a:r>
              <a:rPr lang="en-US" sz="2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Retail Returns: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36851" y="2861621"/>
            <a:ext cx="4054541" cy="55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6"/>
              </a:lnSpc>
            </a:pPr>
            <a:r>
              <a:rPr lang="en-US" sz="2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Insurance Claims: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08532" y="2065917"/>
            <a:ext cx="914707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Check Receipt → Inspect Item → Approve Refund → Refund + Restock → Close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00367" y="3726363"/>
            <a:ext cx="914707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Register Claim → Verify policy → Assess damage → Approve → Pay out → Close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97684" y="3803885"/>
            <a:ext cx="10426174" cy="229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Testing &amp;</a:t>
            </a:r>
          </a:p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Design Decisions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9387" y="8533295"/>
            <a:ext cx="15249226" cy="0"/>
          </a:xfrm>
          <a:prstGeom prst="line">
            <a:avLst/>
          </a:prstGeom>
          <a:ln cap="flat" w="28575">
            <a:gradFill>
              <a:gsLst>
                <a:gs pos="0">
                  <a:srgbClr val="AF76F9">
                    <a:alpha val="100000"/>
                  </a:srgbClr>
                </a:gs>
                <a:gs pos="33333">
                  <a:srgbClr val="520C89">
                    <a:alpha val="100000"/>
                  </a:srgbClr>
                </a:gs>
                <a:gs pos="66667">
                  <a:srgbClr val="0F1062">
                    <a:alpha val="100000"/>
                  </a:srgbClr>
                </a:gs>
                <a:gs pos="100000">
                  <a:srgbClr val="4B8EB4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97684" y="3803885"/>
            <a:ext cx="10426174" cy="117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499" spc="-4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Bonus Work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97684" y="5244995"/>
            <a:ext cx="6182841" cy="198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771" spc="-19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Automated checks and containers: CI pipeline and Docker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75" r="-30434" b="-395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72627" y="3552201"/>
            <a:ext cx="7410810" cy="3708294"/>
            <a:chOff x="0" y="0"/>
            <a:chExt cx="9881080" cy="494439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881080" cy="4944392"/>
              <a:chOff x="0" y="0"/>
              <a:chExt cx="2071112" cy="103636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071112" cy="1036363"/>
              </a:xfrm>
              <a:custGeom>
                <a:avLst/>
                <a:gdLst/>
                <a:ahLst/>
                <a:cxnLst/>
                <a:rect r="r" b="b" t="t" l="l"/>
                <a:pathLst>
                  <a:path h="1036363" w="2071112">
                    <a:moveTo>
                      <a:pt x="17760" y="0"/>
                    </a:moveTo>
                    <a:lnTo>
                      <a:pt x="2053353" y="0"/>
                    </a:lnTo>
                    <a:cubicBezTo>
                      <a:pt x="2058063" y="0"/>
                      <a:pt x="2062580" y="1871"/>
                      <a:pt x="2065911" y="5202"/>
                    </a:cubicBezTo>
                    <a:cubicBezTo>
                      <a:pt x="2069241" y="8532"/>
                      <a:pt x="2071112" y="13049"/>
                      <a:pt x="2071112" y="17760"/>
                    </a:cubicBezTo>
                    <a:lnTo>
                      <a:pt x="2071112" y="1018604"/>
                    </a:lnTo>
                    <a:cubicBezTo>
                      <a:pt x="2071112" y="1023314"/>
                      <a:pt x="2069241" y="1027831"/>
                      <a:pt x="2065911" y="1031162"/>
                    </a:cubicBezTo>
                    <a:cubicBezTo>
                      <a:pt x="2062580" y="1034492"/>
                      <a:pt x="2058063" y="1036363"/>
                      <a:pt x="2053353" y="1036363"/>
                    </a:cubicBezTo>
                    <a:lnTo>
                      <a:pt x="17760" y="1036363"/>
                    </a:lnTo>
                    <a:cubicBezTo>
                      <a:pt x="13049" y="1036363"/>
                      <a:pt x="8532" y="1034492"/>
                      <a:pt x="5202" y="1031162"/>
                    </a:cubicBezTo>
                    <a:cubicBezTo>
                      <a:pt x="1871" y="1027831"/>
                      <a:pt x="0" y="1023314"/>
                      <a:pt x="0" y="1018604"/>
                    </a:cubicBezTo>
                    <a:lnTo>
                      <a:pt x="0" y="17760"/>
                    </a:lnTo>
                    <a:cubicBezTo>
                      <a:pt x="0" y="13049"/>
                      <a:pt x="1871" y="8532"/>
                      <a:pt x="5202" y="5202"/>
                    </a:cubicBezTo>
                    <a:cubicBezTo>
                      <a:pt x="8532" y="1871"/>
                      <a:pt x="13049" y="0"/>
                      <a:pt x="1776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A68FF">
                      <a:alpha val="30000"/>
                    </a:srgbClr>
                  </a:gs>
                  <a:gs pos="50000">
                    <a:srgbClr val="6E0CBB">
                      <a:alpha val="30000"/>
                    </a:srgbClr>
                  </a:gs>
                  <a:gs pos="100000">
                    <a:srgbClr val="1C2479">
                      <a:alpha val="30000"/>
                    </a:srgbClr>
                  </a:gs>
                </a:gsLst>
                <a:lin ang="2700000"/>
              </a:gradFill>
              <a:ln w="19050" cap="sq">
                <a:solidFill>
                  <a:srgbClr val="FFFFFF">
                    <a:alpha val="29804"/>
                  </a:srgbClr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57150"/>
                <a:ext cx="2071112" cy="10935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391455" y="561200"/>
              <a:ext cx="6507177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TSHEGOFATSO MAUTJANE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391455" y="1404352"/>
              <a:ext cx="6507177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CARLA ERASMUS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391455" y="2255026"/>
              <a:ext cx="6507177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LUTHANDO SHILHWAIO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391455" y="3095766"/>
              <a:ext cx="6507177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VIMBAI CHIVUNGA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8452" y="640982"/>
            <a:ext cx="4373123" cy="776962"/>
            <a:chOff x="0" y="0"/>
            <a:chExt cx="5830831" cy="10359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3408" cy="1035950"/>
            </a:xfrm>
            <a:custGeom>
              <a:avLst/>
              <a:gdLst/>
              <a:ahLst/>
              <a:cxnLst/>
              <a:rect r="r" b="b" t="t" l="l"/>
              <a:pathLst>
                <a:path h="1035950" w="2183408">
                  <a:moveTo>
                    <a:pt x="0" y="0"/>
                  </a:moveTo>
                  <a:lnTo>
                    <a:pt x="2183408" y="0"/>
                  </a:lnTo>
                  <a:lnTo>
                    <a:pt x="2183408" y="1035950"/>
                  </a:lnTo>
                  <a:lnTo>
                    <a:pt x="0" y="103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853445" y="479875"/>
              <a:ext cx="397738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1800" spc="55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OMEN IN WORKFLOW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85754" y="2080528"/>
            <a:ext cx="6651641" cy="6651641"/>
          </a:xfrm>
          <a:custGeom>
            <a:avLst/>
            <a:gdLst/>
            <a:ahLst/>
            <a:cxnLst/>
            <a:rect r="r" b="b" t="t" l="l"/>
            <a:pathLst>
              <a:path h="6651641" w="6651641">
                <a:moveTo>
                  <a:pt x="0" y="0"/>
                </a:moveTo>
                <a:lnTo>
                  <a:pt x="6651641" y="0"/>
                </a:lnTo>
                <a:lnTo>
                  <a:pt x="6651641" y="6651641"/>
                </a:lnTo>
                <a:lnTo>
                  <a:pt x="0" y="6651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370816" y="6497641"/>
            <a:ext cx="488038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BOWDENE PILLAY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DAHZlSvCQOE</dc:identifier>
  <dcterms:modified xsi:type="dcterms:W3CDTF">2011-08-01T06:04:30Z</dcterms:modified>
  <cp:revision>1</cp:revision>
  <dc:title>COS 214</dc:title>
</cp:coreProperties>
</file>